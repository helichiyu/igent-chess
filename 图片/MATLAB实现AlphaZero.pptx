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0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任意多边形: 形状 41"/>
          <p:cNvSpPr/>
          <p:nvPr userDrawn="1">
            <p:custDataLst>
              <p:tags r:id="rId2"/>
            </p:custDataLst>
          </p:nvPr>
        </p:nvSpPr>
        <p:spPr>
          <a:xfrm flipV="1">
            <a:off x="6298413" y="0"/>
            <a:ext cx="5893586" cy="6858000"/>
          </a:xfrm>
          <a:custGeom>
            <a:avLst/>
            <a:gdLst>
              <a:gd name="connsiteX0" fmla="*/ 3803699 w 5893586"/>
              <a:gd name="connsiteY0" fmla="*/ 6858000 h 6858000"/>
              <a:gd name="connsiteX1" fmla="*/ 5893586 w 5893586"/>
              <a:gd name="connsiteY1" fmla="*/ 6858000 h 6858000"/>
              <a:gd name="connsiteX2" fmla="*/ 5893586 w 5893586"/>
              <a:gd name="connsiteY2" fmla="*/ 0 h 6858000"/>
              <a:gd name="connsiteX3" fmla="*/ 3054301 w 5893586"/>
              <a:gd name="connsiteY3" fmla="*/ 0 h 6858000"/>
              <a:gd name="connsiteX4" fmla="*/ 3051563 w 5893586"/>
              <a:gd name="connsiteY4" fmla="*/ 2738 h 6858000"/>
              <a:gd name="connsiteX5" fmla="*/ 1695331 w 5893586"/>
              <a:gd name="connsiteY5" fmla="*/ 2738 h 6858000"/>
              <a:gd name="connsiteX6" fmla="*/ 2373447 w 5893586"/>
              <a:gd name="connsiteY6" fmla="*/ 680854 h 6858000"/>
              <a:gd name="connsiteX7" fmla="*/ 0 w 5893586"/>
              <a:gd name="connsiteY7" fmla="*/ 30543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3586" h="6858000">
                <a:moveTo>
                  <a:pt x="3803699" y="6858000"/>
                </a:moveTo>
                <a:lnTo>
                  <a:pt x="5893586" y="6858000"/>
                </a:lnTo>
                <a:lnTo>
                  <a:pt x="5893586" y="0"/>
                </a:lnTo>
                <a:lnTo>
                  <a:pt x="3054301" y="0"/>
                </a:lnTo>
                <a:lnTo>
                  <a:pt x="3051563" y="2738"/>
                </a:lnTo>
                <a:lnTo>
                  <a:pt x="1695331" y="2738"/>
                </a:lnTo>
                <a:lnTo>
                  <a:pt x="2373447" y="680854"/>
                </a:lnTo>
                <a:lnTo>
                  <a:pt x="0" y="3054301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9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635000" dist="127000" dir="8100000" algn="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8" name="任意多边形: 形状 37"/>
          <p:cNvSpPr/>
          <p:nvPr userDrawn="1">
            <p:custDataLst>
              <p:tags r:id="rId3"/>
            </p:custDataLst>
          </p:nvPr>
        </p:nvSpPr>
        <p:spPr>
          <a:xfrm>
            <a:off x="8625978" y="1152698"/>
            <a:ext cx="3566022" cy="5705300"/>
          </a:xfrm>
          <a:custGeom>
            <a:avLst/>
            <a:gdLst>
              <a:gd name="connsiteX0" fmla="*/ 2290726 w 2674517"/>
              <a:gd name="connsiteY0" fmla="*/ 0 h 4278976"/>
              <a:gd name="connsiteX1" fmla="*/ 2674517 w 2674517"/>
              <a:gd name="connsiteY1" fmla="*/ 0 h 4278976"/>
              <a:gd name="connsiteX2" fmla="*/ 2674517 w 2674517"/>
              <a:gd name="connsiteY2" fmla="*/ 4278976 h 4278976"/>
              <a:gd name="connsiteX3" fmla="*/ 1988250 w 2674517"/>
              <a:gd name="connsiteY3" fmla="*/ 4278976 h 4278976"/>
              <a:gd name="connsiteX4" fmla="*/ 0 w 2674517"/>
              <a:gd name="connsiteY4" fmla="*/ 2290726 h 4278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517" h="4278976">
                <a:moveTo>
                  <a:pt x="2290726" y="0"/>
                </a:moveTo>
                <a:lnTo>
                  <a:pt x="2674517" y="0"/>
                </a:lnTo>
                <a:lnTo>
                  <a:pt x="2674517" y="4278976"/>
                </a:lnTo>
                <a:lnTo>
                  <a:pt x="1988250" y="4278976"/>
                </a:lnTo>
                <a:lnTo>
                  <a:pt x="0" y="2290726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9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81000" dist="127000" dir="10800000" algn="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 userDrawn="1">
            <p:custDataLst>
              <p:tags r:id="rId4"/>
            </p:custDataLst>
          </p:nvPr>
        </p:nvSpPr>
        <p:spPr>
          <a:xfrm>
            <a:off x="10408987" y="2933834"/>
            <a:ext cx="1783012" cy="3566023"/>
          </a:xfrm>
          <a:custGeom>
            <a:avLst/>
            <a:gdLst>
              <a:gd name="connsiteX0" fmla="*/ 1337259 w 1337259"/>
              <a:gd name="connsiteY0" fmla="*/ 0 h 2674518"/>
              <a:gd name="connsiteX1" fmla="*/ 1337259 w 1337259"/>
              <a:gd name="connsiteY1" fmla="*/ 2674518 h 2674518"/>
              <a:gd name="connsiteX2" fmla="*/ 0 w 1337259"/>
              <a:gd name="connsiteY2" fmla="*/ 1337259 h 267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259" h="2674518">
                <a:moveTo>
                  <a:pt x="1337259" y="0"/>
                </a:moveTo>
                <a:lnTo>
                  <a:pt x="1337259" y="2674518"/>
                </a:lnTo>
                <a:lnTo>
                  <a:pt x="0" y="1337259"/>
                </a:lnTo>
                <a:close/>
              </a:path>
            </a:pathLst>
          </a:custGeom>
          <a:gradFill flip="none" rotWithShape="1">
            <a:gsLst>
              <a:gs pos="57000">
                <a:schemeClr val="bg2">
                  <a:lumMod val="99000"/>
                </a:schemeClr>
              </a:gs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254000" dist="38100" dir="10800000" algn="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5652770" cy="6857365"/>
          </a:xfrm>
          <a:custGeom>
            <a:avLst/>
            <a:gdLst>
              <a:gd name="connsiteX0" fmla="*/ 0 w 4073236"/>
              <a:gd name="connsiteY0" fmla="*/ 0 h 4943995"/>
              <a:gd name="connsiteX1" fmla="*/ 2741690 w 4073236"/>
              <a:gd name="connsiteY1" fmla="*/ 0 h 4943995"/>
              <a:gd name="connsiteX2" fmla="*/ 4073236 w 4073236"/>
              <a:gd name="connsiteY2" fmla="*/ 1331546 h 4943995"/>
              <a:gd name="connsiteX3" fmla="*/ 460787 w 4073236"/>
              <a:gd name="connsiteY3" fmla="*/ 4943995 h 4943995"/>
              <a:gd name="connsiteX4" fmla="*/ 0 w 4073236"/>
              <a:gd name="connsiteY4" fmla="*/ 4943995 h 49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3236" h="4943995">
                <a:moveTo>
                  <a:pt x="0" y="0"/>
                </a:moveTo>
                <a:lnTo>
                  <a:pt x="2741690" y="0"/>
                </a:lnTo>
                <a:lnTo>
                  <a:pt x="4073236" y="1331546"/>
                </a:lnTo>
                <a:lnTo>
                  <a:pt x="460787" y="4943995"/>
                </a:lnTo>
                <a:lnTo>
                  <a:pt x="0" y="4943995"/>
                </a:lnTo>
                <a:close/>
              </a:path>
            </a:pathLst>
          </a:custGeom>
          <a:gradFill flip="none" rotWithShape="1">
            <a:gsLst>
              <a:gs pos="44000">
                <a:schemeClr val="bg2">
                  <a:lumMod val="98000"/>
                </a:schemeClr>
              </a:gs>
              <a:gs pos="80000">
                <a:schemeClr val="bg2"/>
              </a:gs>
            </a:gsLst>
            <a:lin ang="5400000" scaled="1"/>
            <a:tileRect/>
          </a:gradFill>
          <a:ln>
            <a:noFill/>
          </a:ln>
          <a:effectLst>
            <a:outerShdw blurRad="381000" dist="381000" dir="2700000" algn="tl" rotWithShape="0">
              <a:prstClr val="black">
                <a:alpha val="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6"/>
            </p:custDataLst>
          </p:nvPr>
        </p:nvSpPr>
        <p:spPr>
          <a:xfrm>
            <a:off x="1" y="0"/>
            <a:ext cx="4211783" cy="6059644"/>
          </a:xfrm>
          <a:custGeom>
            <a:avLst/>
            <a:gdLst>
              <a:gd name="connsiteX0" fmla="*/ 0 w 3158837"/>
              <a:gd name="connsiteY0" fmla="*/ 0 h 4544733"/>
              <a:gd name="connsiteX1" fmla="*/ 1772942 w 3158837"/>
              <a:gd name="connsiteY1" fmla="*/ 0 h 4544733"/>
              <a:gd name="connsiteX2" fmla="*/ 3158837 w 3158837"/>
              <a:gd name="connsiteY2" fmla="*/ 1385896 h 4544733"/>
              <a:gd name="connsiteX3" fmla="*/ 0 w 3158837"/>
              <a:gd name="connsiteY3" fmla="*/ 4544733 h 454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8837" h="4544733">
                <a:moveTo>
                  <a:pt x="0" y="0"/>
                </a:moveTo>
                <a:lnTo>
                  <a:pt x="1772942" y="0"/>
                </a:lnTo>
                <a:lnTo>
                  <a:pt x="3158837" y="1385896"/>
                </a:lnTo>
                <a:lnTo>
                  <a:pt x="0" y="4544733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10800000" algn="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dirty="0"/>
          </a:p>
        </p:txBody>
      </p:sp>
      <p:sp>
        <p:nvSpPr>
          <p:cNvPr id="28" name="任意多边形: 形状 27"/>
          <p:cNvSpPr/>
          <p:nvPr userDrawn="1">
            <p:custDataLst>
              <p:tags r:id="rId7"/>
            </p:custDataLst>
          </p:nvPr>
        </p:nvSpPr>
        <p:spPr>
          <a:xfrm rot="10800000">
            <a:off x="0" y="0"/>
            <a:ext cx="2305396" cy="4610792"/>
          </a:xfrm>
          <a:custGeom>
            <a:avLst/>
            <a:gdLst>
              <a:gd name="connsiteX0" fmla="*/ 1337259 w 1337259"/>
              <a:gd name="connsiteY0" fmla="*/ 0 h 2674518"/>
              <a:gd name="connsiteX1" fmla="*/ 1337259 w 1337259"/>
              <a:gd name="connsiteY1" fmla="*/ 2674518 h 2674518"/>
              <a:gd name="connsiteX2" fmla="*/ 0 w 1337259"/>
              <a:gd name="connsiteY2" fmla="*/ 1337259 h 267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259" h="2674518">
                <a:moveTo>
                  <a:pt x="1337259" y="0"/>
                </a:moveTo>
                <a:lnTo>
                  <a:pt x="1337259" y="2674518"/>
                </a:lnTo>
                <a:lnTo>
                  <a:pt x="0" y="133725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254000" dir="18900000" algn="bl" rotWithShape="0">
              <a:prstClr val="black">
                <a:alpha val="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9" name="等腰三角形 28"/>
          <p:cNvSpPr/>
          <p:nvPr userDrawn="1">
            <p:custDataLst>
              <p:tags r:id="rId8"/>
            </p:custDataLst>
          </p:nvPr>
        </p:nvSpPr>
        <p:spPr>
          <a:xfrm rot="10800000">
            <a:off x="3631978" y="1"/>
            <a:ext cx="5268825" cy="2560551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127000" dist="381000" dir="8100000" algn="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0" name="矩形 2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5000">
                <a:schemeClr val="bg2"/>
              </a:gs>
              <a:gs pos="58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 useBgFill="1">
        <p:nvSpPr>
          <p:cNvPr id="40" name="箭头: V 形 39"/>
          <p:cNvSpPr/>
          <p:nvPr userDrawn="1">
            <p:custDataLst>
              <p:tags r:id="rId10"/>
            </p:custDataLst>
          </p:nvPr>
        </p:nvSpPr>
        <p:spPr>
          <a:xfrm flipH="1">
            <a:off x="4876912" y="1"/>
            <a:ext cx="6858000" cy="6857998"/>
          </a:xfrm>
          <a:prstGeom prst="chevron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箭头: V 形 39"/>
          <p:cNvSpPr/>
          <p:nvPr userDrawn="1">
            <p:custDataLst>
              <p:tags r:id="rId11"/>
            </p:custDataLst>
          </p:nvPr>
        </p:nvSpPr>
        <p:spPr>
          <a:xfrm flipH="1">
            <a:off x="4876912" y="1"/>
            <a:ext cx="6858000" cy="6857998"/>
          </a:xfrm>
          <a:prstGeom prst="chevron">
            <a:avLst/>
          </a:prstGeom>
          <a:gradFill flip="none" rotWithShape="1">
            <a:gsLst>
              <a:gs pos="10000">
                <a:schemeClr val="accent1">
                  <a:alpha val="6000"/>
                </a:schemeClr>
              </a:gs>
              <a:gs pos="95000">
                <a:schemeClr val="accent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1" name="任意多边形: 形状 30"/>
          <p:cNvSpPr/>
          <p:nvPr userDrawn="1">
            <p:custDataLst>
              <p:tags r:id="rId12"/>
            </p:custDataLst>
          </p:nvPr>
        </p:nvSpPr>
        <p:spPr>
          <a:xfrm flipH="1">
            <a:off x="0" y="1"/>
            <a:ext cx="2965215" cy="6857998"/>
          </a:xfrm>
          <a:custGeom>
            <a:avLst/>
            <a:gdLst>
              <a:gd name="connsiteX0" fmla="*/ 2223911 w 2223911"/>
              <a:gd name="connsiteY0" fmla="*/ 2991559 h 5215469"/>
              <a:gd name="connsiteX1" fmla="*/ 0 w 2223911"/>
              <a:gd name="connsiteY1" fmla="*/ 5215469 h 5215469"/>
              <a:gd name="connsiteX2" fmla="*/ 2223911 w 2223911"/>
              <a:gd name="connsiteY2" fmla="*/ 5215469 h 5215469"/>
              <a:gd name="connsiteX3" fmla="*/ 2223911 w 2223911"/>
              <a:gd name="connsiteY3" fmla="*/ 0 h 5215469"/>
              <a:gd name="connsiteX4" fmla="*/ 0 w 2223911"/>
              <a:gd name="connsiteY4" fmla="*/ 0 h 5215469"/>
              <a:gd name="connsiteX5" fmla="*/ 2223911 w 2223911"/>
              <a:gd name="connsiteY5" fmla="*/ 2223911 h 5215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23911" h="5215469">
                <a:moveTo>
                  <a:pt x="2223911" y="2991559"/>
                </a:moveTo>
                <a:lnTo>
                  <a:pt x="0" y="5215469"/>
                </a:lnTo>
                <a:lnTo>
                  <a:pt x="2223911" y="5215469"/>
                </a:lnTo>
                <a:close/>
                <a:moveTo>
                  <a:pt x="2223911" y="0"/>
                </a:moveTo>
                <a:lnTo>
                  <a:pt x="0" y="0"/>
                </a:lnTo>
                <a:lnTo>
                  <a:pt x="2223911" y="2223911"/>
                </a:lnTo>
                <a:close/>
              </a:path>
            </a:pathLst>
          </a:custGeom>
          <a:gradFill flip="none" rotWithShape="1">
            <a:gsLst>
              <a:gs pos="10000">
                <a:schemeClr val="accent1"/>
              </a:gs>
              <a:gs pos="95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1872000" y="1932912"/>
            <a:ext cx="6940670" cy="183432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4"/>
            </p:custDataLst>
          </p:nvPr>
        </p:nvSpPr>
        <p:spPr>
          <a:xfrm>
            <a:off x="1872000" y="3896716"/>
            <a:ext cx="6926156" cy="67528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327818" y="200386"/>
            <a:ext cx="2093689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1872000" y="4788000"/>
            <a:ext cx="2304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>
            <a:outerShdw blurRad="127000" dist="177800" dir="2400000" algn="tl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41"/>
          <p:cNvSpPr/>
          <p:nvPr userDrawn="1">
            <p:custDataLst>
              <p:tags r:id="rId2"/>
            </p:custDataLst>
          </p:nvPr>
        </p:nvSpPr>
        <p:spPr>
          <a:xfrm flipV="1">
            <a:off x="6298413" y="0"/>
            <a:ext cx="5893586" cy="6858000"/>
          </a:xfrm>
          <a:custGeom>
            <a:avLst/>
            <a:gdLst>
              <a:gd name="connsiteX0" fmla="*/ 3803699 w 5893586"/>
              <a:gd name="connsiteY0" fmla="*/ 6858000 h 6858000"/>
              <a:gd name="connsiteX1" fmla="*/ 5893586 w 5893586"/>
              <a:gd name="connsiteY1" fmla="*/ 6858000 h 6858000"/>
              <a:gd name="connsiteX2" fmla="*/ 5893586 w 5893586"/>
              <a:gd name="connsiteY2" fmla="*/ 0 h 6858000"/>
              <a:gd name="connsiteX3" fmla="*/ 3054301 w 5893586"/>
              <a:gd name="connsiteY3" fmla="*/ 0 h 6858000"/>
              <a:gd name="connsiteX4" fmla="*/ 3051563 w 5893586"/>
              <a:gd name="connsiteY4" fmla="*/ 2738 h 6858000"/>
              <a:gd name="connsiteX5" fmla="*/ 1695331 w 5893586"/>
              <a:gd name="connsiteY5" fmla="*/ 2738 h 6858000"/>
              <a:gd name="connsiteX6" fmla="*/ 2373447 w 5893586"/>
              <a:gd name="connsiteY6" fmla="*/ 680854 h 6858000"/>
              <a:gd name="connsiteX7" fmla="*/ 0 w 5893586"/>
              <a:gd name="connsiteY7" fmla="*/ 30543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3586" h="6858000">
                <a:moveTo>
                  <a:pt x="3803699" y="6858000"/>
                </a:moveTo>
                <a:lnTo>
                  <a:pt x="5893586" y="6858000"/>
                </a:lnTo>
                <a:lnTo>
                  <a:pt x="5893586" y="0"/>
                </a:lnTo>
                <a:lnTo>
                  <a:pt x="3054301" y="0"/>
                </a:lnTo>
                <a:lnTo>
                  <a:pt x="3051563" y="2738"/>
                </a:lnTo>
                <a:lnTo>
                  <a:pt x="1695331" y="2738"/>
                </a:lnTo>
                <a:lnTo>
                  <a:pt x="2373447" y="680854"/>
                </a:lnTo>
                <a:lnTo>
                  <a:pt x="0" y="3054301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9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635000" dist="127000" dir="8100000" algn="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" name="任意多边形: 形状 37"/>
          <p:cNvSpPr/>
          <p:nvPr userDrawn="1">
            <p:custDataLst>
              <p:tags r:id="rId3"/>
            </p:custDataLst>
          </p:nvPr>
        </p:nvSpPr>
        <p:spPr>
          <a:xfrm>
            <a:off x="8625978" y="1152698"/>
            <a:ext cx="3566022" cy="5705300"/>
          </a:xfrm>
          <a:custGeom>
            <a:avLst/>
            <a:gdLst>
              <a:gd name="connsiteX0" fmla="*/ 2290726 w 2674517"/>
              <a:gd name="connsiteY0" fmla="*/ 0 h 4278976"/>
              <a:gd name="connsiteX1" fmla="*/ 2674517 w 2674517"/>
              <a:gd name="connsiteY1" fmla="*/ 0 h 4278976"/>
              <a:gd name="connsiteX2" fmla="*/ 2674517 w 2674517"/>
              <a:gd name="connsiteY2" fmla="*/ 4278976 h 4278976"/>
              <a:gd name="connsiteX3" fmla="*/ 1988250 w 2674517"/>
              <a:gd name="connsiteY3" fmla="*/ 4278976 h 4278976"/>
              <a:gd name="connsiteX4" fmla="*/ 0 w 2674517"/>
              <a:gd name="connsiteY4" fmla="*/ 2290726 h 4278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517" h="4278976">
                <a:moveTo>
                  <a:pt x="2290726" y="0"/>
                </a:moveTo>
                <a:lnTo>
                  <a:pt x="2674517" y="0"/>
                </a:lnTo>
                <a:lnTo>
                  <a:pt x="2674517" y="4278976"/>
                </a:lnTo>
                <a:lnTo>
                  <a:pt x="1988250" y="4278976"/>
                </a:lnTo>
                <a:lnTo>
                  <a:pt x="0" y="2290726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9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81000" dist="127000" dir="10800000" algn="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38"/>
          <p:cNvSpPr/>
          <p:nvPr userDrawn="1">
            <p:custDataLst>
              <p:tags r:id="rId4"/>
            </p:custDataLst>
          </p:nvPr>
        </p:nvSpPr>
        <p:spPr>
          <a:xfrm>
            <a:off x="10408987" y="2933834"/>
            <a:ext cx="1783012" cy="3566023"/>
          </a:xfrm>
          <a:custGeom>
            <a:avLst/>
            <a:gdLst>
              <a:gd name="connsiteX0" fmla="*/ 1337259 w 1337259"/>
              <a:gd name="connsiteY0" fmla="*/ 0 h 2674518"/>
              <a:gd name="connsiteX1" fmla="*/ 1337259 w 1337259"/>
              <a:gd name="connsiteY1" fmla="*/ 2674518 h 2674518"/>
              <a:gd name="connsiteX2" fmla="*/ 0 w 1337259"/>
              <a:gd name="connsiteY2" fmla="*/ 1337259 h 267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259" h="2674518">
                <a:moveTo>
                  <a:pt x="1337259" y="0"/>
                </a:moveTo>
                <a:lnTo>
                  <a:pt x="1337259" y="2674518"/>
                </a:lnTo>
                <a:lnTo>
                  <a:pt x="0" y="1337259"/>
                </a:lnTo>
                <a:close/>
              </a:path>
            </a:pathLst>
          </a:custGeom>
          <a:gradFill flip="none" rotWithShape="1">
            <a:gsLst>
              <a:gs pos="57000">
                <a:schemeClr val="bg2">
                  <a:lumMod val="99000"/>
                </a:schemeClr>
              </a:gs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254000" dist="38100" dir="10800000" algn="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25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5652770" cy="6858000"/>
          </a:xfrm>
          <a:custGeom>
            <a:avLst/>
            <a:gdLst>
              <a:gd name="connsiteX0" fmla="*/ 0 w 4073236"/>
              <a:gd name="connsiteY0" fmla="*/ 0 h 4943995"/>
              <a:gd name="connsiteX1" fmla="*/ 2741690 w 4073236"/>
              <a:gd name="connsiteY1" fmla="*/ 0 h 4943995"/>
              <a:gd name="connsiteX2" fmla="*/ 4073236 w 4073236"/>
              <a:gd name="connsiteY2" fmla="*/ 1331546 h 4943995"/>
              <a:gd name="connsiteX3" fmla="*/ 460787 w 4073236"/>
              <a:gd name="connsiteY3" fmla="*/ 4943995 h 4943995"/>
              <a:gd name="connsiteX4" fmla="*/ 0 w 4073236"/>
              <a:gd name="connsiteY4" fmla="*/ 4943995 h 49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3236" h="4943995">
                <a:moveTo>
                  <a:pt x="0" y="0"/>
                </a:moveTo>
                <a:lnTo>
                  <a:pt x="2741690" y="0"/>
                </a:lnTo>
                <a:lnTo>
                  <a:pt x="4073236" y="1331546"/>
                </a:lnTo>
                <a:lnTo>
                  <a:pt x="460787" y="4943995"/>
                </a:lnTo>
                <a:lnTo>
                  <a:pt x="0" y="4943995"/>
                </a:lnTo>
                <a:close/>
              </a:path>
            </a:pathLst>
          </a:custGeom>
          <a:gradFill flip="none" rotWithShape="1">
            <a:gsLst>
              <a:gs pos="44000">
                <a:schemeClr val="bg2">
                  <a:lumMod val="98000"/>
                </a:schemeClr>
              </a:gs>
              <a:gs pos="80000">
                <a:schemeClr val="bg2"/>
              </a:gs>
            </a:gsLst>
            <a:lin ang="5400000" scaled="1"/>
            <a:tileRect/>
          </a:gradFill>
          <a:ln>
            <a:noFill/>
          </a:ln>
          <a:effectLst>
            <a:outerShdw blurRad="381000" dist="381000" dir="2700000" algn="tl" rotWithShape="0">
              <a:prstClr val="black">
                <a:alpha val="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" name="任意多边形: 形状 26"/>
          <p:cNvSpPr/>
          <p:nvPr userDrawn="1">
            <p:custDataLst>
              <p:tags r:id="rId6"/>
            </p:custDataLst>
          </p:nvPr>
        </p:nvSpPr>
        <p:spPr>
          <a:xfrm>
            <a:off x="1" y="0"/>
            <a:ext cx="4211783" cy="6059644"/>
          </a:xfrm>
          <a:custGeom>
            <a:avLst/>
            <a:gdLst>
              <a:gd name="connsiteX0" fmla="*/ 0 w 3158837"/>
              <a:gd name="connsiteY0" fmla="*/ 0 h 4544733"/>
              <a:gd name="connsiteX1" fmla="*/ 1772942 w 3158837"/>
              <a:gd name="connsiteY1" fmla="*/ 0 h 4544733"/>
              <a:gd name="connsiteX2" fmla="*/ 3158837 w 3158837"/>
              <a:gd name="connsiteY2" fmla="*/ 1385896 h 4544733"/>
              <a:gd name="connsiteX3" fmla="*/ 0 w 3158837"/>
              <a:gd name="connsiteY3" fmla="*/ 4544733 h 454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8837" h="4544733">
                <a:moveTo>
                  <a:pt x="0" y="0"/>
                </a:moveTo>
                <a:lnTo>
                  <a:pt x="1772942" y="0"/>
                </a:lnTo>
                <a:lnTo>
                  <a:pt x="3158837" y="1385896"/>
                </a:lnTo>
                <a:lnTo>
                  <a:pt x="0" y="4544733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10800000" algn="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dirty="0"/>
          </a:p>
        </p:txBody>
      </p:sp>
      <p:sp>
        <p:nvSpPr>
          <p:cNvPr id="12" name="任意多边形: 形状 27"/>
          <p:cNvSpPr/>
          <p:nvPr userDrawn="1">
            <p:custDataLst>
              <p:tags r:id="rId7"/>
            </p:custDataLst>
          </p:nvPr>
        </p:nvSpPr>
        <p:spPr>
          <a:xfrm rot="10800000">
            <a:off x="0" y="0"/>
            <a:ext cx="2305396" cy="4610792"/>
          </a:xfrm>
          <a:custGeom>
            <a:avLst/>
            <a:gdLst>
              <a:gd name="connsiteX0" fmla="*/ 1337259 w 1337259"/>
              <a:gd name="connsiteY0" fmla="*/ 0 h 2674518"/>
              <a:gd name="connsiteX1" fmla="*/ 1337259 w 1337259"/>
              <a:gd name="connsiteY1" fmla="*/ 2674518 h 2674518"/>
              <a:gd name="connsiteX2" fmla="*/ 0 w 1337259"/>
              <a:gd name="connsiteY2" fmla="*/ 1337259 h 267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259" h="2674518">
                <a:moveTo>
                  <a:pt x="1337259" y="0"/>
                </a:moveTo>
                <a:lnTo>
                  <a:pt x="1337259" y="2674518"/>
                </a:lnTo>
                <a:lnTo>
                  <a:pt x="0" y="133725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254000" dir="18900000" algn="bl" rotWithShape="0">
              <a:prstClr val="black">
                <a:alpha val="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3" name="等腰三角形 12"/>
          <p:cNvSpPr/>
          <p:nvPr userDrawn="1">
            <p:custDataLst>
              <p:tags r:id="rId8"/>
            </p:custDataLst>
          </p:nvPr>
        </p:nvSpPr>
        <p:spPr>
          <a:xfrm rot="10800000">
            <a:off x="3631978" y="1"/>
            <a:ext cx="5268825" cy="2560551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127000" dist="381000" dir="8100000" algn="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" name="矩形 13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5000">
                <a:schemeClr val="bg2"/>
              </a:gs>
              <a:gs pos="58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 useBgFill="1">
        <p:nvSpPr>
          <p:cNvPr id="35" name="箭头: V 形 39"/>
          <p:cNvSpPr/>
          <p:nvPr userDrawn="1">
            <p:custDataLst>
              <p:tags r:id="rId10"/>
            </p:custDataLst>
          </p:nvPr>
        </p:nvSpPr>
        <p:spPr>
          <a:xfrm flipH="1">
            <a:off x="4876912" y="1"/>
            <a:ext cx="6858000" cy="6857998"/>
          </a:xfrm>
          <a:prstGeom prst="chevron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36" name="箭头: V 形 39"/>
          <p:cNvSpPr/>
          <p:nvPr userDrawn="1">
            <p:custDataLst>
              <p:tags r:id="rId11"/>
            </p:custDataLst>
          </p:nvPr>
        </p:nvSpPr>
        <p:spPr>
          <a:xfrm flipH="1">
            <a:off x="4876912" y="1"/>
            <a:ext cx="6858000" cy="6857998"/>
          </a:xfrm>
          <a:prstGeom prst="chevron">
            <a:avLst/>
          </a:prstGeom>
          <a:gradFill flip="none" rotWithShape="1">
            <a:gsLst>
              <a:gs pos="10000">
                <a:schemeClr val="accent1">
                  <a:alpha val="6000"/>
                </a:schemeClr>
              </a:gs>
              <a:gs pos="95000">
                <a:schemeClr val="accent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1" name="任意多边形: 形状 30"/>
          <p:cNvSpPr/>
          <p:nvPr userDrawn="1">
            <p:custDataLst>
              <p:tags r:id="rId12"/>
            </p:custDataLst>
          </p:nvPr>
        </p:nvSpPr>
        <p:spPr>
          <a:xfrm flipH="1">
            <a:off x="0" y="0"/>
            <a:ext cx="2965450" cy="6858000"/>
          </a:xfrm>
          <a:custGeom>
            <a:avLst/>
            <a:gdLst>
              <a:gd name="connsiteX0" fmla="*/ 2223911 w 2223911"/>
              <a:gd name="connsiteY0" fmla="*/ 2991559 h 5215469"/>
              <a:gd name="connsiteX1" fmla="*/ 0 w 2223911"/>
              <a:gd name="connsiteY1" fmla="*/ 5215469 h 5215469"/>
              <a:gd name="connsiteX2" fmla="*/ 2223911 w 2223911"/>
              <a:gd name="connsiteY2" fmla="*/ 5215469 h 5215469"/>
              <a:gd name="connsiteX3" fmla="*/ 2223911 w 2223911"/>
              <a:gd name="connsiteY3" fmla="*/ 0 h 5215469"/>
              <a:gd name="connsiteX4" fmla="*/ 0 w 2223911"/>
              <a:gd name="connsiteY4" fmla="*/ 0 h 5215469"/>
              <a:gd name="connsiteX5" fmla="*/ 2223911 w 2223911"/>
              <a:gd name="connsiteY5" fmla="*/ 2223911 h 5215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23911" h="5215469">
                <a:moveTo>
                  <a:pt x="2223911" y="2991559"/>
                </a:moveTo>
                <a:lnTo>
                  <a:pt x="0" y="5215469"/>
                </a:lnTo>
                <a:lnTo>
                  <a:pt x="2223911" y="5215469"/>
                </a:lnTo>
                <a:close/>
                <a:moveTo>
                  <a:pt x="2223911" y="0"/>
                </a:moveTo>
                <a:lnTo>
                  <a:pt x="0" y="0"/>
                </a:lnTo>
                <a:lnTo>
                  <a:pt x="2223911" y="2223911"/>
                </a:lnTo>
                <a:close/>
              </a:path>
            </a:pathLst>
          </a:custGeom>
          <a:gradFill flip="none" rotWithShape="1">
            <a:gsLst>
              <a:gs pos="10000">
                <a:schemeClr val="accent1"/>
              </a:gs>
              <a:gs pos="95000">
                <a:schemeClr val="bg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1409065" y="1056640"/>
            <a:ext cx="2395220" cy="1081405"/>
          </a:xfrm>
        </p:spPr>
        <p:txBody>
          <a:bodyPr wrap="square" anchor="b">
            <a:normAutofit/>
          </a:bodyPr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任意多边形: 形状 41"/>
          <p:cNvSpPr/>
          <p:nvPr userDrawn="1">
            <p:custDataLst>
              <p:tags r:id="rId2"/>
            </p:custDataLst>
          </p:nvPr>
        </p:nvSpPr>
        <p:spPr>
          <a:xfrm flipV="1">
            <a:off x="6298413" y="0"/>
            <a:ext cx="5893586" cy="6858000"/>
          </a:xfrm>
          <a:custGeom>
            <a:avLst/>
            <a:gdLst>
              <a:gd name="connsiteX0" fmla="*/ 3803699 w 5893586"/>
              <a:gd name="connsiteY0" fmla="*/ 6858000 h 6858000"/>
              <a:gd name="connsiteX1" fmla="*/ 5893586 w 5893586"/>
              <a:gd name="connsiteY1" fmla="*/ 6858000 h 6858000"/>
              <a:gd name="connsiteX2" fmla="*/ 5893586 w 5893586"/>
              <a:gd name="connsiteY2" fmla="*/ 0 h 6858000"/>
              <a:gd name="connsiteX3" fmla="*/ 3054301 w 5893586"/>
              <a:gd name="connsiteY3" fmla="*/ 0 h 6858000"/>
              <a:gd name="connsiteX4" fmla="*/ 3051563 w 5893586"/>
              <a:gd name="connsiteY4" fmla="*/ 2738 h 6858000"/>
              <a:gd name="connsiteX5" fmla="*/ 1695331 w 5893586"/>
              <a:gd name="connsiteY5" fmla="*/ 2738 h 6858000"/>
              <a:gd name="connsiteX6" fmla="*/ 2373447 w 5893586"/>
              <a:gd name="connsiteY6" fmla="*/ 680854 h 6858000"/>
              <a:gd name="connsiteX7" fmla="*/ 0 w 5893586"/>
              <a:gd name="connsiteY7" fmla="*/ 30543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3586" h="6858000">
                <a:moveTo>
                  <a:pt x="3803699" y="6858000"/>
                </a:moveTo>
                <a:lnTo>
                  <a:pt x="5893586" y="6858000"/>
                </a:lnTo>
                <a:lnTo>
                  <a:pt x="5893586" y="0"/>
                </a:lnTo>
                <a:lnTo>
                  <a:pt x="3054301" y="0"/>
                </a:lnTo>
                <a:lnTo>
                  <a:pt x="3051563" y="2738"/>
                </a:lnTo>
                <a:lnTo>
                  <a:pt x="1695331" y="2738"/>
                </a:lnTo>
                <a:lnTo>
                  <a:pt x="2373447" y="680854"/>
                </a:lnTo>
                <a:lnTo>
                  <a:pt x="0" y="3054301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9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635000" dist="127000" dir="8100000" algn="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8" name="任意多边形: 形状 37"/>
          <p:cNvSpPr/>
          <p:nvPr userDrawn="1">
            <p:custDataLst>
              <p:tags r:id="rId3"/>
            </p:custDataLst>
          </p:nvPr>
        </p:nvSpPr>
        <p:spPr>
          <a:xfrm>
            <a:off x="8625978" y="1152698"/>
            <a:ext cx="3566022" cy="5705300"/>
          </a:xfrm>
          <a:custGeom>
            <a:avLst/>
            <a:gdLst>
              <a:gd name="connsiteX0" fmla="*/ 2290726 w 2674517"/>
              <a:gd name="connsiteY0" fmla="*/ 0 h 4278976"/>
              <a:gd name="connsiteX1" fmla="*/ 2674517 w 2674517"/>
              <a:gd name="connsiteY1" fmla="*/ 0 h 4278976"/>
              <a:gd name="connsiteX2" fmla="*/ 2674517 w 2674517"/>
              <a:gd name="connsiteY2" fmla="*/ 4278976 h 4278976"/>
              <a:gd name="connsiteX3" fmla="*/ 1988250 w 2674517"/>
              <a:gd name="connsiteY3" fmla="*/ 4278976 h 4278976"/>
              <a:gd name="connsiteX4" fmla="*/ 0 w 2674517"/>
              <a:gd name="connsiteY4" fmla="*/ 2290726 h 4278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517" h="4278976">
                <a:moveTo>
                  <a:pt x="2290726" y="0"/>
                </a:moveTo>
                <a:lnTo>
                  <a:pt x="2674517" y="0"/>
                </a:lnTo>
                <a:lnTo>
                  <a:pt x="2674517" y="4278976"/>
                </a:lnTo>
                <a:lnTo>
                  <a:pt x="1988250" y="4278976"/>
                </a:lnTo>
                <a:lnTo>
                  <a:pt x="0" y="2290726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9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81000" dist="127000" dir="10800000" algn="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 userDrawn="1">
            <p:custDataLst>
              <p:tags r:id="rId4"/>
            </p:custDataLst>
          </p:nvPr>
        </p:nvSpPr>
        <p:spPr>
          <a:xfrm>
            <a:off x="10408987" y="2933834"/>
            <a:ext cx="1783012" cy="3566023"/>
          </a:xfrm>
          <a:custGeom>
            <a:avLst/>
            <a:gdLst>
              <a:gd name="connsiteX0" fmla="*/ 1337259 w 1337259"/>
              <a:gd name="connsiteY0" fmla="*/ 0 h 2674518"/>
              <a:gd name="connsiteX1" fmla="*/ 1337259 w 1337259"/>
              <a:gd name="connsiteY1" fmla="*/ 2674518 h 2674518"/>
              <a:gd name="connsiteX2" fmla="*/ 0 w 1337259"/>
              <a:gd name="connsiteY2" fmla="*/ 1337259 h 267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259" h="2674518">
                <a:moveTo>
                  <a:pt x="1337259" y="0"/>
                </a:moveTo>
                <a:lnTo>
                  <a:pt x="1337259" y="2674518"/>
                </a:lnTo>
                <a:lnTo>
                  <a:pt x="0" y="1337259"/>
                </a:lnTo>
                <a:close/>
              </a:path>
            </a:pathLst>
          </a:custGeom>
          <a:gradFill flip="none" rotWithShape="1">
            <a:gsLst>
              <a:gs pos="57000">
                <a:schemeClr val="bg2">
                  <a:lumMod val="99000"/>
                </a:schemeClr>
              </a:gs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254000" dist="38100" dir="10800000" algn="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5652656" cy="6858000"/>
          </a:xfrm>
          <a:custGeom>
            <a:avLst/>
            <a:gdLst>
              <a:gd name="connsiteX0" fmla="*/ 0 w 4073236"/>
              <a:gd name="connsiteY0" fmla="*/ 0 h 4943995"/>
              <a:gd name="connsiteX1" fmla="*/ 2741690 w 4073236"/>
              <a:gd name="connsiteY1" fmla="*/ 0 h 4943995"/>
              <a:gd name="connsiteX2" fmla="*/ 4073236 w 4073236"/>
              <a:gd name="connsiteY2" fmla="*/ 1331546 h 4943995"/>
              <a:gd name="connsiteX3" fmla="*/ 460787 w 4073236"/>
              <a:gd name="connsiteY3" fmla="*/ 4943995 h 4943995"/>
              <a:gd name="connsiteX4" fmla="*/ 0 w 4073236"/>
              <a:gd name="connsiteY4" fmla="*/ 4943995 h 49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3236" h="4943995">
                <a:moveTo>
                  <a:pt x="0" y="0"/>
                </a:moveTo>
                <a:lnTo>
                  <a:pt x="2741690" y="0"/>
                </a:lnTo>
                <a:lnTo>
                  <a:pt x="4073236" y="1331546"/>
                </a:lnTo>
                <a:lnTo>
                  <a:pt x="460787" y="4943995"/>
                </a:lnTo>
                <a:lnTo>
                  <a:pt x="0" y="4943995"/>
                </a:lnTo>
                <a:close/>
              </a:path>
            </a:pathLst>
          </a:custGeom>
          <a:gradFill flip="none" rotWithShape="1">
            <a:gsLst>
              <a:gs pos="44000">
                <a:schemeClr val="bg2">
                  <a:lumMod val="98000"/>
                </a:schemeClr>
              </a:gs>
              <a:gs pos="80000">
                <a:schemeClr val="bg2"/>
              </a:gs>
            </a:gsLst>
            <a:lin ang="5400000" scaled="1"/>
            <a:tileRect/>
          </a:gradFill>
          <a:ln>
            <a:noFill/>
          </a:ln>
          <a:effectLst>
            <a:outerShdw blurRad="381000" dist="381000" dir="2700000" algn="tl" rotWithShape="0">
              <a:prstClr val="black">
                <a:alpha val="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6"/>
            </p:custDataLst>
          </p:nvPr>
        </p:nvSpPr>
        <p:spPr>
          <a:xfrm>
            <a:off x="1" y="0"/>
            <a:ext cx="4211783" cy="6059644"/>
          </a:xfrm>
          <a:custGeom>
            <a:avLst/>
            <a:gdLst>
              <a:gd name="connsiteX0" fmla="*/ 0 w 3158837"/>
              <a:gd name="connsiteY0" fmla="*/ 0 h 4544733"/>
              <a:gd name="connsiteX1" fmla="*/ 1772942 w 3158837"/>
              <a:gd name="connsiteY1" fmla="*/ 0 h 4544733"/>
              <a:gd name="connsiteX2" fmla="*/ 3158837 w 3158837"/>
              <a:gd name="connsiteY2" fmla="*/ 1385896 h 4544733"/>
              <a:gd name="connsiteX3" fmla="*/ 0 w 3158837"/>
              <a:gd name="connsiteY3" fmla="*/ 4544733 h 454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8837" h="4544733">
                <a:moveTo>
                  <a:pt x="0" y="0"/>
                </a:moveTo>
                <a:lnTo>
                  <a:pt x="1772942" y="0"/>
                </a:lnTo>
                <a:lnTo>
                  <a:pt x="3158837" y="1385896"/>
                </a:lnTo>
                <a:lnTo>
                  <a:pt x="0" y="4544733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10800000" algn="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dirty="0"/>
          </a:p>
        </p:txBody>
      </p:sp>
      <p:sp>
        <p:nvSpPr>
          <p:cNvPr id="28" name="任意多边形: 形状 27"/>
          <p:cNvSpPr/>
          <p:nvPr userDrawn="1">
            <p:custDataLst>
              <p:tags r:id="rId7"/>
            </p:custDataLst>
          </p:nvPr>
        </p:nvSpPr>
        <p:spPr>
          <a:xfrm rot="10800000">
            <a:off x="0" y="0"/>
            <a:ext cx="2305396" cy="4610792"/>
          </a:xfrm>
          <a:custGeom>
            <a:avLst/>
            <a:gdLst>
              <a:gd name="connsiteX0" fmla="*/ 1337259 w 1337259"/>
              <a:gd name="connsiteY0" fmla="*/ 0 h 2674518"/>
              <a:gd name="connsiteX1" fmla="*/ 1337259 w 1337259"/>
              <a:gd name="connsiteY1" fmla="*/ 2674518 h 2674518"/>
              <a:gd name="connsiteX2" fmla="*/ 0 w 1337259"/>
              <a:gd name="connsiteY2" fmla="*/ 1337259 h 267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259" h="2674518">
                <a:moveTo>
                  <a:pt x="1337259" y="0"/>
                </a:moveTo>
                <a:lnTo>
                  <a:pt x="1337259" y="2674518"/>
                </a:lnTo>
                <a:lnTo>
                  <a:pt x="0" y="133725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254000" dir="18900000" algn="bl" rotWithShape="0">
              <a:prstClr val="black">
                <a:alpha val="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9" name="等腰三角形 28"/>
          <p:cNvSpPr/>
          <p:nvPr userDrawn="1">
            <p:custDataLst>
              <p:tags r:id="rId8"/>
            </p:custDataLst>
          </p:nvPr>
        </p:nvSpPr>
        <p:spPr>
          <a:xfrm rot="10800000">
            <a:off x="3631978" y="1"/>
            <a:ext cx="5268825" cy="2560551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127000" dist="381000" dir="8100000" algn="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0" name="矩形 2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58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 useBgFill="1">
        <p:nvSpPr>
          <p:cNvPr id="18" name="箭头: V 形 39"/>
          <p:cNvSpPr/>
          <p:nvPr userDrawn="1">
            <p:custDataLst>
              <p:tags r:id="rId10"/>
            </p:custDataLst>
          </p:nvPr>
        </p:nvSpPr>
        <p:spPr>
          <a:xfrm flipH="1">
            <a:off x="4876912" y="1"/>
            <a:ext cx="6858000" cy="6857998"/>
          </a:xfrm>
          <a:prstGeom prst="chevron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9" name="箭头: V 形 39"/>
          <p:cNvSpPr/>
          <p:nvPr userDrawn="1">
            <p:custDataLst>
              <p:tags r:id="rId11"/>
            </p:custDataLst>
          </p:nvPr>
        </p:nvSpPr>
        <p:spPr>
          <a:xfrm flipH="1">
            <a:off x="4876912" y="1"/>
            <a:ext cx="6858000" cy="6857998"/>
          </a:xfrm>
          <a:prstGeom prst="chevron">
            <a:avLst/>
          </a:prstGeom>
          <a:gradFill flip="none" rotWithShape="1">
            <a:gsLst>
              <a:gs pos="10000">
                <a:schemeClr val="accent1">
                  <a:alpha val="6000"/>
                </a:schemeClr>
              </a:gs>
              <a:gs pos="95000">
                <a:schemeClr val="accent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12"/>
            </p:custDataLst>
          </p:nvPr>
        </p:nvSpPr>
        <p:spPr>
          <a:xfrm flipH="1">
            <a:off x="0" y="1"/>
            <a:ext cx="2965215" cy="6857998"/>
          </a:xfrm>
          <a:custGeom>
            <a:avLst/>
            <a:gdLst>
              <a:gd name="connsiteX0" fmla="*/ 2223911 w 2223911"/>
              <a:gd name="connsiteY0" fmla="*/ 2991559 h 5215469"/>
              <a:gd name="connsiteX1" fmla="*/ 0 w 2223911"/>
              <a:gd name="connsiteY1" fmla="*/ 5215469 h 5215469"/>
              <a:gd name="connsiteX2" fmla="*/ 2223911 w 2223911"/>
              <a:gd name="connsiteY2" fmla="*/ 5215469 h 5215469"/>
              <a:gd name="connsiteX3" fmla="*/ 2223911 w 2223911"/>
              <a:gd name="connsiteY3" fmla="*/ 0 h 5215469"/>
              <a:gd name="connsiteX4" fmla="*/ 0 w 2223911"/>
              <a:gd name="connsiteY4" fmla="*/ 0 h 5215469"/>
              <a:gd name="connsiteX5" fmla="*/ 2223911 w 2223911"/>
              <a:gd name="connsiteY5" fmla="*/ 2223911 h 5215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23911" h="5215469">
                <a:moveTo>
                  <a:pt x="2223911" y="2991559"/>
                </a:moveTo>
                <a:lnTo>
                  <a:pt x="0" y="5215469"/>
                </a:lnTo>
                <a:lnTo>
                  <a:pt x="2223911" y="5215469"/>
                </a:lnTo>
                <a:close/>
                <a:moveTo>
                  <a:pt x="2223911" y="0"/>
                </a:moveTo>
                <a:lnTo>
                  <a:pt x="0" y="0"/>
                </a:lnTo>
                <a:lnTo>
                  <a:pt x="2223911" y="2223911"/>
                </a:lnTo>
                <a:close/>
              </a:path>
            </a:pathLst>
          </a:custGeom>
          <a:gradFill flip="none" rotWithShape="1">
            <a:gsLst>
              <a:gs pos="10000">
                <a:schemeClr val="accent1"/>
              </a:gs>
              <a:gs pos="95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2324685" y="1732893"/>
            <a:ext cx="6601917" cy="1434848"/>
          </a:xfrm>
        </p:spPr>
        <p:txBody>
          <a:bodyPr wrap="square" anchor="b">
            <a:normAutofit/>
          </a:bodyPr>
          <a:lstStyle>
            <a:lvl1pPr algn="l">
              <a:defRPr sz="54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4"/>
            </p:custDataLst>
          </p:nvPr>
        </p:nvSpPr>
        <p:spPr>
          <a:xfrm>
            <a:off x="2349768" y="3356428"/>
            <a:ext cx="6601917" cy="685110"/>
          </a:xfrm>
        </p:spPr>
        <p:txBody>
          <a:bodyPr wrap="square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2305395" y="4188231"/>
            <a:ext cx="2707154" cy="75233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>
            <a:outerShdw blurRad="127000" dist="177800" dir="2400000" algn="t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36195" anchor="ctr" anchorCtr="0">
            <a:normAutofit/>
          </a:bodyPr>
          <a:lstStyle>
            <a:lvl1pPr marL="0" indent="0" algn="ctr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41"/>
          <p:cNvSpPr/>
          <p:nvPr userDrawn="1">
            <p:custDataLst>
              <p:tags r:id="rId2"/>
            </p:custDataLst>
          </p:nvPr>
        </p:nvSpPr>
        <p:spPr>
          <a:xfrm flipH="1" flipV="1">
            <a:off x="0" y="0"/>
            <a:ext cx="5893435" cy="6858000"/>
          </a:xfrm>
          <a:custGeom>
            <a:avLst/>
            <a:gdLst>
              <a:gd name="connsiteX0" fmla="*/ 3803699 w 5893586"/>
              <a:gd name="connsiteY0" fmla="*/ 6858000 h 6858000"/>
              <a:gd name="connsiteX1" fmla="*/ 5893586 w 5893586"/>
              <a:gd name="connsiteY1" fmla="*/ 6858000 h 6858000"/>
              <a:gd name="connsiteX2" fmla="*/ 5893586 w 5893586"/>
              <a:gd name="connsiteY2" fmla="*/ 0 h 6858000"/>
              <a:gd name="connsiteX3" fmla="*/ 3054301 w 5893586"/>
              <a:gd name="connsiteY3" fmla="*/ 0 h 6858000"/>
              <a:gd name="connsiteX4" fmla="*/ 3051563 w 5893586"/>
              <a:gd name="connsiteY4" fmla="*/ 2738 h 6858000"/>
              <a:gd name="connsiteX5" fmla="*/ 1695331 w 5893586"/>
              <a:gd name="connsiteY5" fmla="*/ 2738 h 6858000"/>
              <a:gd name="connsiteX6" fmla="*/ 2373447 w 5893586"/>
              <a:gd name="connsiteY6" fmla="*/ 680854 h 6858000"/>
              <a:gd name="connsiteX7" fmla="*/ 0 w 5893586"/>
              <a:gd name="connsiteY7" fmla="*/ 30543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3586" h="6858000">
                <a:moveTo>
                  <a:pt x="3803699" y="6858000"/>
                </a:moveTo>
                <a:lnTo>
                  <a:pt x="5893586" y="6858000"/>
                </a:lnTo>
                <a:lnTo>
                  <a:pt x="5893586" y="0"/>
                </a:lnTo>
                <a:lnTo>
                  <a:pt x="3054301" y="0"/>
                </a:lnTo>
                <a:lnTo>
                  <a:pt x="3051563" y="2738"/>
                </a:lnTo>
                <a:lnTo>
                  <a:pt x="1695331" y="2738"/>
                </a:lnTo>
                <a:lnTo>
                  <a:pt x="2373447" y="680854"/>
                </a:lnTo>
                <a:lnTo>
                  <a:pt x="0" y="3054301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9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635000" dist="127000" dir="8100000" algn="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任意多边形: 形状 37"/>
          <p:cNvSpPr/>
          <p:nvPr userDrawn="1">
            <p:custDataLst>
              <p:tags r:id="rId3"/>
            </p:custDataLst>
          </p:nvPr>
        </p:nvSpPr>
        <p:spPr>
          <a:xfrm flipH="1">
            <a:off x="0" y="1152525"/>
            <a:ext cx="3566160" cy="5705475"/>
          </a:xfrm>
          <a:custGeom>
            <a:avLst/>
            <a:gdLst>
              <a:gd name="connsiteX0" fmla="*/ 2290726 w 2674517"/>
              <a:gd name="connsiteY0" fmla="*/ 0 h 4278976"/>
              <a:gd name="connsiteX1" fmla="*/ 2674517 w 2674517"/>
              <a:gd name="connsiteY1" fmla="*/ 0 h 4278976"/>
              <a:gd name="connsiteX2" fmla="*/ 2674517 w 2674517"/>
              <a:gd name="connsiteY2" fmla="*/ 4278976 h 4278976"/>
              <a:gd name="connsiteX3" fmla="*/ 1988250 w 2674517"/>
              <a:gd name="connsiteY3" fmla="*/ 4278976 h 4278976"/>
              <a:gd name="connsiteX4" fmla="*/ 0 w 2674517"/>
              <a:gd name="connsiteY4" fmla="*/ 2290726 h 4278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517" h="4278976">
                <a:moveTo>
                  <a:pt x="2290726" y="0"/>
                </a:moveTo>
                <a:lnTo>
                  <a:pt x="2674517" y="0"/>
                </a:lnTo>
                <a:lnTo>
                  <a:pt x="2674517" y="4278976"/>
                </a:lnTo>
                <a:lnTo>
                  <a:pt x="1988250" y="4278976"/>
                </a:lnTo>
                <a:lnTo>
                  <a:pt x="0" y="2290726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9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81000" dist="127000" dir="10800000" algn="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38"/>
          <p:cNvSpPr/>
          <p:nvPr userDrawn="1">
            <p:custDataLst>
              <p:tags r:id="rId4"/>
            </p:custDataLst>
          </p:nvPr>
        </p:nvSpPr>
        <p:spPr>
          <a:xfrm flipH="1">
            <a:off x="0" y="2933700"/>
            <a:ext cx="1783080" cy="3566160"/>
          </a:xfrm>
          <a:custGeom>
            <a:avLst/>
            <a:gdLst>
              <a:gd name="connsiteX0" fmla="*/ 1337259 w 1337259"/>
              <a:gd name="connsiteY0" fmla="*/ 0 h 2674518"/>
              <a:gd name="connsiteX1" fmla="*/ 1337259 w 1337259"/>
              <a:gd name="connsiteY1" fmla="*/ 2674518 h 2674518"/>
              <a:gd name="connsiteX2" fmla="*/ 0 w 1337259"/>
              <a:gd name="connsiteY2" fmla="*/ 1337259 h 267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259" h="2674518">
                <a:moveTo>
                  <a:pt x="1337259" y="0"/>
                </a:moveTo>
                <a:lnTo>
                  <a:pt x="1337259" y="2674518"/>
                </a:lnTo>
                <a:lnTo>
                  <a:pt x="0" y="1337259"/>
                </a:lnTo>
                <a:close/>
              </a:path>
            </a:pathLst>
          </a:custGeom>
          <a:gradFill flip="none" rotWithShape="1">
            <a:gsLst>
              <a:gs pos="57000">
                <a:schemeClr val="bg2">
                  <a:lumMod val="99000"/>
                </a:schemeClr>
              </a:gs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254000" dist="38100" dir="10800000" algn="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25"/>
          <p:cNvSpPr/>
          <p:nvPr userDrawn="1">
            <p:custDataLst>
              <p:tags r:id="rId5"/>
            </p:custDataLst>
          </p:nvPr>
        </p:nvSpPr>
        <p:spPr>
          <a:xfrm flipH="1">
            <a:off x="6539230" y="0"/>
            <a:ext cx="5652770" cy="6858000"/>
          </a:xfrm>
          <a:custGeom>
            <a:avLst/>
            <a:gdLst>
              <a:gd name="connsiteX0" fmla="*/ 0 w 4073236"/>
              <a:gd name="connsiteY0" fmla="*/ 0 h 4943995"/>
              <a:gd name="connsiteX1" fmla="*/ 2741690 w 4073236"/>
              <a:gd name="connsiteY1" fmla="*/ 0 h 4943995"/>
              <a:gd name="connsiteX2" fmla="*/ 4073236 w 4073236"/>
              <a:gd name="connsiteY2" fmla="*/ 1331546 h 4943995"/>
              <a:gd name="connsiteX3" fmla="*/ 460787 w 4073236"/>
              <a:gd name="connsiteY3" fmla="*/ 4943995 h 4943995"/>
              <a:gd name="connsiteX4" fmla="*/ 0 w 4073236"/>
              <a:gd name="connsiteY4" fmla="*/ 4943995 h 49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3236" h="4943995">
                <a:moveTo>
                  <a:pt x="0" y="0"/>
                </a:moveTo>
                <a:lnTo>
                  <a:pt x="2741690" y="0"/>
                </a:lnTo>
                <a:lnTo>
                  <a:pt x="4073236" y="1331546"/>
                </a:lnTo>
                <a:lnTo>
                  <a:pt x="460787" y="4943995"/>
                </a:lnTo>
                <a:lnTo>
                  <a:pt x="0" y="4943995"/>
                </a:lnTo>
                <a:close/>
              </a:path>
            </a:pathLst>
          </a:custGeom>
          <a:gradFill flip="none" rotWithShape="1">
            <a:gsLst>
              <a:gs pos="44000">
                <a:schemeClr val="bg2">
                  <a:lumMod val="98000"/>
                </a:schemeClr>
              </a:gs>
              <a:gs pos="80000">
                <a:schemeClr val="bg2"/>
              </a:gs>
            </a:gsLst>
            <a:lin ang="5400000" scaled="1"/>
            <a:tileRect/>
          </a:gradFill>
          <a:ln>
            <a:noFill/>
          </a:ln>
          <a:effectLst>
            <a:outerShdw blurRad="381000" dist="381000" dir="2700000" algn="tl" rotWithShape="0">
              <a:prstClr val="black">
                <a:alpha val="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" name="任意多边形: 形状 26"/>
          <p:cNvSpPr/>
          <p:nvPr userDrawn="1">
            <p:custDataLst>
              <p:tags r:id="rId6"/>
            </p:custDataLst>
          </p:nvPr>
        </p:nvSpPr>
        <p:spPr>
          <a:xfrm flipH="1">
            <a:off x="7980045" y="0"/>
            <a:ext cx="4211955" cy="6059805"/>
          </a:xfrm>
          <a:custGeom>
            <a:avLst/>
            <a:gdLst>
              <a:gd name="connsiteX0" fmla="*/ 0 w 3158837"/>
              <a:gd name="connsiteY0" fmla="*/ 0 h 4544733"/>
              <a:gd name="connsiteX1" fmla="*/ 1772942 w 3158837"/>
              <a:gd name="connsiteY1" fmla="*/ 0 h 4544733"/>
              <a:gd name="connsiteX2" fmla="*/ 3158837 w 3158837"/>
              <a:gd name="connsiteY2" fmla="*/ 1385896 h 4544733"/>
              <a:gd name="connsiteX3" fmla="*/ 0 w 3158837"/>
              <a:gd name="connsiteY3" fmla="*/ 4544733 h 4544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8837" h="4544733">
                <a:moveTo>
                  <a:pt x="0" y="0"/>
                </a:moveTo>
                <a:lnTo>
                  <a:pt x="1772942" y="0"/>
                </a:lnTo>
                <a:lnTo>
                  <a:pt x="3158837" y="1385896"/>
                </a:lnTo>
                <a:lnTo>
                  <a:pt x="0" y="4544733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10800000" algn="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dirty="0"/>
          </a:p>
        </p:txBody>
      </p:sp>
      <p:sp>
        <p:nvSpPr>
          <p:cNvPr id="33" name="任意多边形: 形状 27"/>
          <p:cNvSpPr/>
          <p:nvPr userDrawn="1">
            <p:custDataLst>
              <p:tags r:id="rId7"/>
            </p:custDataLst>
          </p:nvPr>
        </p:nvSpPr>
        <p:spPr>
          <a:xfrm rot="10800000" flipH="1">
            <a:off x="9886315" y="0"/>
            <a:ext cx="2305685" cy="4610735"/>
          </a:xfrm>
          <a:custGeom>
            <a:avLst/>
            <a:gdLst>
              <a:gd name="connsiteX0" fmla="*/ 1337259 w 1337259"/>
              <a:gd name="connsiteY0" fmla="*/ 0 h 2674518"/>
              <a:gd name="connsiteX1" fmla="*/ 1337259 w 1337259"/>
              <a:gd name="connsiteY1" fmla="*/ 2674518 h 2674518"/>
              <a:gd name="connsiteX2" fmla="*/ 0 w 1337259"/>
              <a:gd name="connsiteY2" fmla="*/ 1337259 h 267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259" h="2674518">
                <a:moveTo>
                  <a:pt x="1337259" y="0"/>
                </a:moveTo>
                <a:lnTo>
                  <a:pt x="1337259" y="2674518"/>
                </a:lnTo>
                <a:lnTo>
                  <a:pt x="0" y="133725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254000" dir="18900000" algn="bl" rotWithShape="0">
              <a:prstClr val="black">
                <a:alpha val="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4" name="等腰三角形 33"/>
          <p:cNvSpPr/>
          <p:nvPr userDrawn="1">
            <p:custDataLst>
              <p:tags r:id="rId8"/>
            </p:custDataLst>
          </p:nvPr>
        </p:nvSpPr>
        <p:spPr>
          <a:xfrm rot="10800000" flipH="1">
            <a:off x="3291205" y="0"/>
            <a:ext cx="5268595" cy="256032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2">
                  <a:lumMod val="98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127000" dist="381000" dir="8100000" algn="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5" name="矩形 34"/>
          <p:cNvSpPr/>
          <p:nvPr userDrawn="1">
            <p:custDataLst>
              <p:tags r:id="rId9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5000">
                <a:schemeClr val="bg2"/>
              </a:gs>
              <a:gs pos="58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 useBgFill="1">
        <p:nvSpPr>
          <p:cNvPr id="36" name="箭头: V 形 39"/>
          <p:cNvSpPr/>
          <p:nvPr userDrawn="1">
            <p:custDataLst>
              <p:tags r:id="rId10"/>
            </p:custDataLst>
          </p:nvPr>
        </p:nvSpPr>
        <p:spPr>
          <a:xfrm>
            <a:off x="457200" y="0"/>
            <a:ext cx="6858000" cy="6858000"/>
          </a:xfrm>
          <a:prstGeom prst="chevron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37" name="箭头: V 形 39"/>
          <p:cNvSpPr/>
          <p:nvPr userDrawn="1">
            <p:custDataLst>
              <p:tags r:id="rId11"/>
            </p:custDataLst>
          </p:nvPr>
        </p:nvSpPr>
        <p:spPr>
          <a:xfrm>
            <a:off x="457200" y="0"/>
            <a:ext cx="6858000" cy="6858000"/>
          </a:xfrm>
          <a:prstGeom prst="chevron">
            <a:avLst/>
          </a:prstGeom>
          <a:gradFill flip="none" rotWithShape="1">
            <a:gsLst>
              <a:gs pos="10000">
                <a:schemeClr val="accent1">
                  <a:alpha val="6000"/>
                </a:schemeClr>
              </a:gs>
              <a:gs pos="95000">
                <a:schemeClr val="accent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41" name="任意多边形: 形状 30"/>
          <p:cNvSpPr/>
          <p:nvPr userDrawn="1">
            <p:custDataLst>
              <p:tags r:id="rId12"/>
            </p:custDataLst>
          </p:nvPr>
        </p:nvSpPr>
        <p:spPr>
          <a:xfrm>
            <a:off x="9226550" y="0"/>
            <a:ext cx="2965450" cy="6858000"/>
          </a:xfrm>
          <a:custGeom>
            <a:avLst/>
            <a:gdLst>
              <a:gd name="connsiteX0" fmla="*/ 2223911 w 2223911"/>
              <a:gd name="connsiteY0" fmla="*/ 2991559 h 5215469"/>
              <a:gd name="connsiteX1" fmla="*/ 0 w 2223911"/>
              <a:gd name="connsiteY1" fmla="*/ 5215469 h 5215469"/>
              <a:gd name="connsiteX2" fmla="*/ 2223911 w 2223911"/>
              <a:gd name="connsiteY2" fmla="*/ 5215469 h 5215469"/>
              <a:gd name="connsiteX3" fmla="*/ 2223911 w 2223911"/>
              <a:gd name="connsiteY3" fmla="*/ 0 h 5215469"/>
              <a:gd name="connsiteX4" fmla="*/ 0 w 2223911"/>
              <a:gd name="connsiteY4" fmla="*/ 0 h 5215469"/>
              <a:gd name="connsiteX5" fmla="*/ 2223911 w 2223911"/>
              <a:gd name="connsiteY5" fmla="*/ 2223911 h 5215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23911" h="5215469">
                <a:moveTo>
                  <a:pt x="2223911" y="2991559"/>
                </a:moveTo>
                <a:lnTo>
                  <a:pt x="0" y="5215469"/>
                </a:lnTo>
                <a:lnTo>
                  <a:pt x="2223911" y="5215469"/>
                </a:lnTo>
                <a:close/>
                <a:moveTo>
                  <a:pt x="2223911" y="0"/>
                </a:moveTo>
                <a:lnTo>
                  <a:pt x="0" y="0"/>
                </a:lnTo>
                <a:lnTo>
                  <a:pt x="2223911" y="2223911"/>
                </a:lnTo>
                <a:close/>
              </a:path>
            </a:pathLst>
          </a:custGeom>
          <a:gradFill flip="none" rotWithShape="1">
            <a:gsLst>
              <a:gs pos="10000">
                <a:schemeClr val="accent1"/>
              </a:gs>
              <a:gs pos="95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616109" y="1553032"/>
            <a:ext cx="7721092" cy="1986048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7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4"/>
            </p:custDataLst>
          </p:nvPr>
        </p:nvSpPr>
        <p:spPr>
          <a:xfrm>
            <a:off x="2616109" y="3730803"/>
            <a:ext cx="7721092" cy="783144"/>
          </a:xfrm>
        </p:spPr>
        <p:txBody>
          <a:bodyPr wrap="square">
            <a:normAutofit/>
          </a:bodyPr>
          <a:lstStyle>
            <a:lvl1pPr marL="0" indent="0" algn="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9886603" y="184730"/>
            <a:ext cx="198764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033201" y="4788000"/>
            <a:ext cx="2304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>
            <a:outerShdw blurRad="127000" dist="177800" dir="2400000" algn="tl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12"/>
            </p:custDataLst>
          </p:nvPr>
        </p:nvSpPr>
        <p:spPr>
          <a:xfrm flipV="1">
            <a:off x="6298413" y="0"/>
            <a:ext cx="5893586" cy="6858000"/>
          </a:xfrm>
          <a:custGeom>
            <a:avLst/>
            <a:gdLst>
              <a:gd name="connsiteX0" fmla="*/ 3803699 w 5893586"/>
              <a:gd name="connsiteY0" fmla="*/ 6858000 h 6858000"/>
              <a:gd name="connsiteX1" fmla="*/ 5893586 w 5893586"/>
              <a:gd name="connsiteY1" fmla="*/ 6858000 h 6858000"/>
              <a:gd name="connsiteX2" fmla="*/ 5893586 w 5893586"/>
              <a:gd name="connsiteY2" fmla="*/ 0 h 6858000"/>
              <a:gd name="connsiteX3" fmla="*/ 3054301 w 5893586"/>
              <a:gd name="connsiteY3" fmla="*/ 0 h 6858000"/>
              <a:gd name="connsiteX4" fmla="*/ 3051563 w 5893586"/>
              <a:gd name="connsiteY4" fmla="*/ 2738 h 6858000"/>
              <a:gd name="connsiteX5" fmla="*/ 1695331 w 5893586"/>
              <a:gd name="connsiteY5" fmla="*/ 2738 h 6858000"/>
              <a:gd name="connsiteX6" fmla="*/ 2373447 w 5893586"/>
              <a:gd name="connsiteY6" fmla="*/ 680854 h 6858000"/>
              <a:gd name="connsiteX7" fmla="*/ 0 w 5893586"/>
              <a:gd name="connsiteY7" fmla="*/ 30543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3586" h="6858000">
                <a:moveTo>
                  <a:pt x="3803699" y="6858000"/>
                </a:moveTo>
                <a:lnTo>
                  <a:pt x="5893586" y="6858000"/>
                </a:lnTo>
                <a:lnTo>
                  <a:pt x="5893586" y="0"/>
                </a:lnTo>
                <a:lnTo>
                  <a:pt x="3054301" y="0"/>
                </a:lnTo>
                <a:lnTo>
                  <a:pt x="3051563" y="2738"/>
                </a:lnTo>
                <a:lnTo>
                  <a:pt x="1695331" y="2738"/>
                </a:lnTo>
                <a:lnTo>
                  <a:pt x="2373447" y="680854"/>
                </a:lnTo>
                <a:lnTo>
                  <a:pt x="0" y="3054301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alpha val="100000"/>
                  <a:lumMod val="99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635000" dist="127000" dir="8100000" algn="tr" rotWithShape="0">
              <a:schemeClr val="tx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>
            <a:off x="8625978" y="1152698"/>
            <a:ext cx="3566022" cy="5705300"/>
          </a:xfrm>
          <a:custGeom>
            <a:avLst/>
            <a:gdLst>
              <a:gd name="connsiteX0" fmla="*/ 2290726 w 2674517"/>
              <a:gd name="connsiteY0" fmla="*/ 0 h 4278976"/>
              <a:gd name="connsiteX1" fmla="*/ 2674517 w 2674517"/>
              <a:gd name="connsiteY1" fmla="*/ 0 h 4278976"/>
              <a:gd name="connsiteX2" fmla="*/ 2674517 w 2674517"/>
              <a:gd name="connsiteY2" fmla="*/ 4278976 h 4278976"/>
              <a:gd name="connsiteX3" fmla="*/ 1988250 w 2674517"/>
              <a:gd name="connsiteY3" fmla="*/ 4278976 h 4278976"/>
              <a:gd name="connsiteX4" fmla="*/ 0 w 2674517"/>
              <a:gd name="connsiteY4" fmla="*/ 2290726 h 4278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517" h="4278976">
                <a:moveTo>
                  <a:pt x="2290726" y="0"/>
                </a:moveTo>
                <a:lnTo>
                  <a:pt x="2674517" y="0"/>
                </a:lnTo>
                <a:lnTo>
                  <a:pt x="2674517" y="4278976"/>
                </a:lnTo>
                <a:lnTo>
                  <a:pt x="1988250" y="4278976"/>
                </a:lnTo>
                <a:lnTo>
                  <a:pt x="0" y="2290726"/>
                </a:lnTo>
                <a:close/>
              </a:path>
            </a:pathLst>
          </a:custGeom>
          <a:gradFill flip="none" rotWithShape="1">
            <a:gsLst>
              <a:gs pos="0">
                <a:schemeClr val="bg2"/>
              </a:gs>
              <a:gs pos="100000">
                <a:schemeClr val="bg2">
                  <a:alpha val="100000"/>
                  <a:lumMod val="99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81000" dist="127000" dir="10800000" algn="r" rotWithShape="0">
              <a:schemeClr val="tx1">
                <a:alpha val="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4"/>
            </p:custDataLst>
          </p:nvPr>
        </p:nvSpPr>
        <p:spPr>
          <a:xfrm>
            <a:off x="10408987" y="2933834"/>
            <a:ext cx="1783012" cy="3566023"/>
          </a:xfrm>
          <a:custGeom>
            <a:avLst/>
            <a:gdLst>
              <a:gd name="connsiteX0" fmla="*/ 1337259 w 1337259"/>
              <a:gd name="connsiteY0" fmla="*/ 0 h 2674518"/>
              <a:gd name="connsiteX1" fmla="*/ 1337259 w 1337259"/>
              <a:gd name="connsiteY1" fmla="*/ 2674518 h 2674518"/>
              <a:gd name="connsiteX2" fmla="*/ 0 w 1337259"/>
              <a:gd name="connsiteY2" fmla="*/ 1337259 h 267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259" h="2674518">
                <a:moveTo>
                  <a:pt x="1337259" y="0"/>
                </a:moveTo>
                <a:lnTo>
                  <a:pt x="1337259" y="2674518"/>
                </a:lnTo>
                <a:lnTo>
                  <a:pt x="0" y="1337259"/>
                </a:lnTo>
                <a:close/>
              </a:path>
            </a:pathLst>
          </a:custGeom>
          <a:gradFill flip="none" rotWithShape="1">
            <a:gsLst>
              <a:gs pos="57000">
                <a:schemeClr val="bg2">
                  <a:alpha val="100000"/>
                  <a:lumMod val="99000"/>
                </a:schemeClr>
              </a:gs>
              <a:gs pos="0">
                <a:schemeClr val="bg2"/>
              </a:gs>
              <a:gs pos="100000">
                <a:schemeClr val="bg2">
                  <a:alpha val="70000"/>
                  <a:lumMod val="98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254000" dist="38100" dir="10800000" algn="r" rotWithShape="0">
              <a:schemeClr val="tx1">
                <a:alpha val="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5000">
                <a:schemeClr val="bg2"/>
              </a:gs>
              <a:gs pos="58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直角三角形 12"/>
          <p:cNvSpPr/>
          <p:nvPr userDrawn="1">
            <p:custDataLst>
              <p:tags r:id="rId16"/>
            </p:custDataLst>
          </p:nvPr>
        </p:nvSpPr>
        <p:spPr>
          <a:xfrm rot="5400000">
            <a:off x="0" y="0"/>
            <a:ext cx="1233714" cy="1233714"/>
          </a:xfrm>
          <a:prstGeom prst="rtTriangle">
            <a:avLst/>
          </a:prstGeom>
          <a:gradFill flip="none" rotWithShape="1">
            <a:gsLst>
              <a:gs pos="10000">
                <a:schemeClr val="accent1"/>
              </a:gs>
              <a:gs pos="95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1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9.xml"/><Relationship Id="rId2" Type="http://schemas.openxmlformats.org/officeDocument/2006/relationships/image" Target="../media/image1.png"/><Relationship Id="rId1" Type="http://schemas.openxmlformats.org/officeDocument/2006/relationships/tags" Target="../tags/tag138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1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4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7.xml"/><Relationship Id="rId2" Type="http://schemas.openxmlformats.org/officeDocument/2006/relationships/image" Target="../media/image5.png"/><Relationship Id="rId1" Type="http://schemas.openxmlformats.org/officeDocument/2006/relationships/tags" Target="../tags/tag14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9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4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50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53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5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5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1.xml"/><Relationship Id="rId2" Type="http://schemas.openxmlformats.org/officeDocument/2006/relationships/image" Target="../media/image6.png"/><Relationship Id="rId1" Type="http://schemas.openxmlformats.org/officeDocument/2006/relationships/tags" Target="../tags/tag160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63.xml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tags" Target="../tags/tag16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8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9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0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1.xml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2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MATLAB</a:t>
            </a:r>
            <a:r>
              <a:rPr lang="zh-CN" altLang="en-US"/>
              <a:t>实现</a:t>
            </a:r>
            <a:r>
              <a:rPr lang="en-US" altLang="zh-CN"/>
              <a:t>Alpha</a:t>
            </a:r>
            <a:r>
              <a:rPr lang="en-US" altLang="zh-CN"/>
              <a:t>Zero</a:t>
            </a:r>
            <a:endParaRPr lang="en-US" altLang="zh-CN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MATLAB Implementation of AlphaZero</a:t>
            </a:r>
            <a:endParaRPr lang="en-US" altLang="zh-CN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zh-CN" altLang="en-US"/>
              <a:t>赵少彬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矩形: 圆角 1"/>
          <p:cNvSpPr/>
          <p:nvPr>
            <p:custDataLst>
              <p:tags r:id="rId2"/>
            </p:custDataLst>
          </p:nvPr>
        </p:nvSpPr>
        <p:spPr>
          <a:xfrm>
            <a:off x="1632192" y="2733278"/>
            <a:ext cx="4378351" cy="1188244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>
            <a:noFill/>
          </a:ln>
          <a:effectLst>
            <a:outerShdw blurRad="254000" dist="165100" dir="5400000" sx="98000" sy="98000" algn="t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序号"/>
          <p:cNvSpPr txBox="1"/>
          <p:nvPr>
            <p:custDataLst>
              <p:tags r:id="rId3"/>
            </p:custDataLst>
          </p:nvPr>
        </p:nvSpPr>
        <p:spPr>
          <a:xfrm>
            <a:off x="1852792" y="2920581"/>
            <a:ext cx="679686" cy="81363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7" name="项标题"/>
          <p:cNvSpPr txBox="1"/>
          <p:nvPr>
            <p:custDataLst>
              <p:tags r:id="rId4"/>
            </p:custDataLst>
          </p:nvPr>
        </p:nvSpPr>
        <p:spPr>
          <a:xfrm>
            <a:off x="2753077" y="2851694"/>
            <a:ext cx="3109339" cy="9514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600" b="1" spc="300" dirty="0">
                <a:solidFill>
                  <a:srgbClr val="262626"/>
                </a:solidFill>
                <a:latin typeface="+mn-ea"/>
              </a:rPr>
              <a:t>强化</a:t>
            </a:r>
            <a:r>
              <a:rPr lang="zh-CN" altLang="en-US" sz="2600" b="1" spc="300" dirty="0">
                <a:solidFill>
                  <a:srgbClr val="262626"/>
                </a:solidFill>
                <a:latin typeface="+mn-ea"/>
              </a:rPr>
              <a:t>学习</a:t>
            </a:r>
            <a:endParaRPr lang="zh-CN" altLang="en-US" sz="2600" b="1" spc="300" dirty="0">
              <a:solidFill>
                <a:srgbClr val="262626"/>
              </a:solidFill>
              <a:latin typeface="+mn-ea"/>
            </a:endParaRPr>
          </a:p>
        </p:txBody>
      </p:sp>
      <p:sp>
        <p:nvSpPr>
          <p:cNvPr id="9" name="矩形: 圆角 8"/>
          <p:cNvSpPr/>
          <p:nvPr>
            <p:custDataLst>
              <p:tags r:id="rId5"/>
            </p:custDataLst>
          </p:nvPr>
        </p:nvSpPr>
        <p:spPr>
          <a:xfrm>
            <a:off x="6661392" y="2733278"/>
            <a:ext cx="4378351" cy="1188244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>
            <a:noFill/>
          </a:ln>
          <a:effectLst>
            <a:outerShdw blurRad="254000" dist="165100" dir="5400000" sx="98000" sy="98000" algn="t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序号"/>
          <p:cNvSpPr txBox="1"/>
          <p:nvPr>
            <p:custDataLst>
              <p:tags r:id="rId6"/>
            </p:custDataLst>
          </p:nvPr>
        </p:nvSpPr>
        <p:spPr>
          <a:xfrm>
            <a:off x="6881992" y="2920581"/>
            <a:ext cx="679686" cy="81363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3600" b="1" dirty="0">
                <a:solidFill>
                  <a:schemeClr val="accent1"/>
                </a:solidFill>
              </a:rPr>
              <a:t>02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11" name="项标题"/>
          <p:cNvSpPr txBox="1"/>
          <p:nvPr>
            <p:custDataLst>
              <p:tags r:id="rId7"/>
            </p:custDataLst>
          </p:nvPr>
        </p:nvSpPr>
        <p:spPr>
          <a:xfrm>
            <a:off x="7782277" y="2851694"/>
            <a:ext cx="3109339" cy="9514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600" b="1" spc="300" dirty="0">
                <a:solidFill>
                  <a:srgbClr val="262626"/>
                </a:solidFill>
                <a:latin typeface="+mn-ea"/>
              </a:rPr>
              <a:t>蒙特卡洛</a:t>
            </a:r>
            <a:r>
              <a:rPr lang="zh-CN" altLang="en-US" sz="2600" b="1" spc="300" dirty="0">
                <a:solidFill>
                  <a:srgbClr val="262626"/>
                </a:solidFill>
                <a:latin typeface="+mn-ea"/>
              </a:rPr>
              <a:t>树</a:t>
            </a:r>
            <a:endParaRPr lang="zh-CN" altLang="en-US" sz="2600" b="1" spc="300" dirty="0">
              <a:solidFill>
                <a:srgbClr val="262626"/>
              </a:solidFill>
              <a:latin typeface="+mn-ea"/>
            </a:endParaRPr>
          </a:p>
        </p:txBody>
      </p:sp>
      <p:sp>
        <p:nvSpPr>
          <p:cNvPr id="13" name="矩形: 圆角 12"/>
          <p:cNvSpPr/>
          <p:nvPr>
            <p:custDataLst>
              <p:tags r:id="rId8"/>
            </p:custDataLst>
          </p:nvPr>
        </p:nvSpPr>
        <p:spPr>
          <a:xfrm>
            <a:off x="1632192" y="4409678"/>
            <a:ext cx="4378351" cy="1188244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>
            <a:noFill/>
          </a:ln>
          <a:effectLst>
            <a:outerShdw blurRad="254000" dist="165100" dir="5400000" sx="98000" sy="98000" algn="t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序号"/>
          <p:cNvSpPr txBox="1"/>
          <p:nvPr>
            <p:custDataLst>
              <p:tags r:id="rId9"/>
            </p:custDataLst>
          </p:nvPr>
        </p:nvSpPr>
        <p:spPr>
          <a:xfrm>
            <a:off x="1852792" y="4596981"/>
            <a:ext cx="679686" cy="81363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3600" b="1" dirty="0">
                <a:solidFill>
                  <a:schemeClr val="accent1"/>
                </a:solidFill>
              </a:rPr>
              <a:t>03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15" name="项标题"/>
          <p:cNvSpPr txBox="1"/>
          <p:nvPr>
            <p:custDataLst>
              <p:tags r:id="rId10"/>
            </p:custDataLst>
          </p:nvPr>
        </p:nvSpPr>
        <p:spPr>
          <a:xfrm>
            <a:off x="2753077" y="4528094"/>
            <a:ext cx="3109339" cy="9514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600" b="1" spc="300" dirty="0">
                <a:solidFill>
                  <a:srgbClr val="262626"/>
                </a:solidFill>
                <a:latin typeface="+mn-ea"/>
              </a:rPr>
              <a:t>Alpha</a:t>
            </a:r>
            <a:r>
              <a:rPr lang="en-US" altLang="zh-CN" sz="2600" b="1" spc="300" dirty="0">
                <a:solidFill>
                  <a:srgbClr val="262626"/>
                </a:solidFill>
                <a:latin typeface="+mn-ea"/>
              </a:rPr>
              <a:t>Zero</a:t>
            </a:r>
            <a:endParaRPr lang="en-US" altLang="zh-CN" sz="2600" b="1" spc="300" dirty="0">
              <a:solidFill>
                <a:srgbClr val="262626"/>
              </a:solidFill>
              <a:latin typeface="+mn-ea"/>
            </a:endParaRPr>
          </a:p>
        </p:txBody>
      </p:sp>
      <p:sp>
        <p:nvSpPr>
          <p:cNvPr id="17" name="矩形: 圆角 16"/>
          <p:cNvSpPr/>
          <p:nvPr>
            <p:custDataLst>
              <p:tags r:id="rId11"/>
            </p:custDataLst>
          </p:nvPr>
        </p:nvSpPr>
        <p:spPr>
          <a:xfrm>
            <a:off x="6661392" y="4409678"/>
            <a:ext cx="4378351" cy="1188244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>
            <a:noFill/>
          </a:ln>
          <a:effectLst>
            <a:outerShdw blurRad="254000" dist="165100" dir="5400000" sx="98000" sy="98000" algn="t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序号"/>
          <p:cNvSpPr txBox="1"/>
          <p:nvPr>
            <p:custDataLst>
              <p:tags r:id="rId12"/>
            </p:custDataLst>
          </p:nvPr>
        </p:nvSpPr>
        <p:spPr>
          <a:xfrm>
            <a:off x="6881992" y="4596981"/>
            <a:ext cx="679686" cy="81363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3600" b="1" dirty="0">
                <a:solidFill>
                  <a:schemeClr val="accent1"/>
                </a:solidFill>
              </a:rPr>
              <a:t>04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19" name="项标题"/>
          <p:cNvSpPr txBox="1"/>
          <p:nvPr>
            <p:custDataLst>
              <p:tags r:id="rId13"/>
            </p:custDataLst>
          </p:nvPr>
        </p:nvSpPr>
        <p:spPr>
          <a:xfrm>
            <a:off x="7782277" y="4528094"/>
            <a:ext cx="3109339" cy="9514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600" b="1" spc="300" dirty="0">
                <a:solidFill>
                  <a:srgbClr val="262626"/>
                </a:solidFill>
                <a:latin typeface="+mn-ea"/>
              </a:rPr>
              <a:t>代码</a:t>
            </a:r>
            <a:r>
              <a:rPr lang="zh-CN" altLang="en-US" sz="2600" b="1" spc="300" dirty="0">
                <a:solidFill>
                  <a:srgbClr val="262626"/>
                </a:solidFill>
                <a:latin typeface="+mn-ea"/>
              </a:rPr>
              <a:t>实现</a:t>
            </a:r>
            <a:endParaRPr lang="zh-CN" altLang="en-US" sz="2600" b="1" spc="300" dirty="0">
              <a:solidFill>
                <a:srgbClr val="262626"/>
              </a:solidFill>
              <a:latin typeface="+mn-ea"/>
            </a:endParaRPr>
          </a:p>
        </p:txBody>
      </p:sp>
      <p:sp>
        <p:nvSpPr>
          <p:cNvPr id="3" name="任意多边形: 形状 37"/>
          <p:cNvSpPr/>
          <p:nvPr userDrawn="1">
            <p:custDataLst>
              <p:tags r:id="rId14"/>
            </p:custDataLst>
          </p:nvPr>
        </p:nvSpPr>
        <p:spPr>
          <a:xfrm>
            <a:off x="3990803" y="1593654"/>
            <a:ext cx="1736065" cy="247803"/>
          </a:xfrm>
          <a:custGeom>
            <a:avLst/>
            <a:gdLst>
              <a:gd name="connsiteX0" fmla="*/ 341376 w 1736065"/>
              <a:gd name="connsiteY0" fmla="*/ 49987 h 247803"/>
              <a:gd name="connsiteX1" fmla="*/ 298704 w 1736065"/>
              <a:gd name="connsiteY1" fmla="*/ 69495 h 247803"/>
              <a:gd name="connsiteX2" fmla="*/ 283160 w 1736065"/>
              <a:gd name="connsiteY2" fmla="*/ 124054 h 247803"/>
              <a:gd name="connsiteX3" fmla="*/ 298704 w 1736065"/>
              <a:gd name="connsiteY3" fmla="*/ 178461 h 247803"/>
              <a:gd name="connsiteX4" fmla="*/ 341376 w 1736065"/>
              <a:gd name="connsiteY4" fmla="*/ 197815 h 247803"/>
              <a:gd name="connsiteX5" fmla="*/ 383744 w 1736065"/>
              <a:gd name="connsiteY5" fmla="*/ 178461 h 247803"/>
              <a:gd name="connsiteX6" fmla="*/ 399288 w 1736065"/>
              <a:gd name="connsiteY6" fmla="*/ 124054 h 247803"/>
              <a:gd name="connsiteX7" fmla="*/ 383896 w 1736065"/>
              <a:gd name="connsiteY7" fmla="*/ 69495 h 247803"/>
              <a:gd name="connsiteX8" fmla="*/ 341376 w 1736065"/>
              <a:gd name="connsiteY8" fmla="*/ 49987 h 247803"/>
              <a:gd name="connsiteX9" fmla="*/ 1347369 w 1736065"/>
              <a:gd name="connsiteY9" fmla="*/ 4267 h 247803"/>
              <a:gd name="connsiteX10" fmla="*/ 1534516 w 1736065"/>
              <a:gd name="connsiteY10" fmla="*/ 4267 h 247803"/>
              <a:gd name="connsiteX11" fmla="*/ 1534516 w 1736065"/>
              <a:gd name="connsiteY11" fmla="*/ 54255 h 247803"/>
              <a:gd name="connsiteX12" fmla="*/ 1467765 w 1736065"/>
              <a:gd name="connsiteY12" fmla="*/ 54255 h 247803"/>
              <a:gd name="connsiteX13" fmla="*/ 1467765 w 1736065"/>
              <a:gd name="connsiteY13" fmla="*/ 243535 h 247803"/>
              <a:gd name="connsiteX14" fmla="*/ 1414425 w 1736065"/>
              <a:gd name="connsiteY14" fmla="*/ 243535 h 247803"/>
              <a:gd name="connsiteX15" fmla="*/ 1414425 w 1736065"/>
              <a:gd name="connsiteY15" fmla="*/ 54255 h 247803"/>
              <a:gd name="connsiteX16" fmla="*/ 1347369 w 1736065"/>
              <a:gd name="connsiteY16" fmla="*/ 54255 h 247803"/>
              <a:gd name="connsiteX17" fmla="*/ 1121131 w 1736065"/>
              <a:gd name="connsiteY17" fmla="*/ 4267 h 247803"/>
              <a:gd name="connsiteX18" fmla="*/ 1170204 w 1736065"/>
              <a:gd name="connsiteY18" fmla="*/ 4267 h 247803"/>
              <a:gd name="connsiteX19" fmla="*/ 1265606 w 1736065"/>
              <a:gd name="connsiteY19" fmla="*/ 145390 h 247803"/>
              <a:gd name="connsiteX20" fmla="*/ 1267435 w 1736065"/>
              <a:gd name="connsiteY20" fmla="*/ 145390 h 247803"/>
              <a:gd name="connsiteX21" fmla="*/ 1267435 w 1736065"/>
              <a:gd name="connsiteY21" fmla="*/ 4267 h 247803"/>
              <a:gd name="connsiteX22" fmla="*/ 1320775 w 1736065"/>
              <a:gd name="connsiteY22" fmla="*/ 4267 h 247803"/>
              <a:gd name="connsiteX23" fmla="*/ 1320775 w 1736065"/>
              <a:gd name="connsiteY23" fmla="*/ 243535 h 247803"/>
              <a:gd name="connsiteX24" fmla="*/ 1274445 w 1736065"/>
              <a:gd name="connsiteY24" fmla="*/ 243535 h 247803"/>
              <a:gd name="connsiteX25" fmla="*/ 1176300 w 1736065"/>
              <a:gd name="connsiteY25" fmla="*/ 102413 h 247803"/>
              <a:gd name="connsiteX26" fmla="*/ 1174471 w 1736065"/>
              <a:gd name="connsiteY26" fmla="*/ 102413 h 247803"/>
              <a:gd name="connsiteX27" fmla="*/ 1174471 w 1736065"/>
              <a:gd name="connsiteY27" fmla="*/ 243535 h 247803"/>
              <a:gd name="connsiteX28" fmla="*/ 1121131 w 1736065"/>
              <a:gd name="connsiteY28" fmla="*/ 243535 h 247803"/>
              <a:gd name="connsiteX29" fmla="*/ 921106 w 1736065"/>
              <a:gd name="connsiteY29" fmla="*/ 4267 h 247803"/>
              <a:gd name="connsiteX30" fmla="*/ 1082040 w 1736065"/>
              <a:gd name="connsiteY30" fmla="*/ 4267 h 247803"/>
              <a:gd name="connsiteX31" fmla="*/ 1082040 w 1736065"/>
              <a:gd name="connsiteY31" fmla="*/ 52731 h 247803"/>
              <a:gd name="connsiteX32" fmla="*/ 974446 w 1736065"/>
              <a:gd name="connsiteY32" fmla="*/ 52731 h 247803"/>
              <a:gd name="connsiteX33" fmla="*/ 974446 w 1736065"/>
              <a:gd name="connsiteY33" fmla="*/ 97841 h 247803"/>
              <a:gd name="connsiteX34" fmla="*/ 1076249 w 1736065"/>
              <a:gd name="connsiteY34" fmla="*/ 97841 h 247803"/>
              <a:gd name="connsiteX35" fmla="*/ 1076249 w 1736065"/>
              <a:gd name="connsiteY35" fmla="*/ 146304 h 247803"/>
              <a:gd name="connsiteX36" fmla="*/ 974446 w 1736065"/>
              <a:gd name="connsiteY36" fmla="*/ 146304 h 247803"/>
              <a:gd name="connsiteX37" fmla="*/ 974446 w 1736065"/>
              <a:gd name="connsiteY37" fmla="*/ 195072 h 247803"/>
              <a:gd name="connsiteX38" fmla="*/ 1085698 w 1736065"/>
              <a:gd name="connsiteY38" fmla="*/ 195072 h 247803"/>
              <a:gd name="connsiteX39" fmla="*/ 1085698 w 1736065"/>
              <a:gd name="connsiteY39" fmla="*/ 243535 h 247803"/>
              <a:gd name="connsiteX40" fmla="*/ 921106 w 1736065"/>
              <a:gd name="connsiteY40" fmla="*/ 243535 h 247803"/>
              <a:gd name="connsiteX41" fmla="*/ 709194 w 1736065"/>
              <a:gd name="connsiteY41" fmla="*/ 4267 h 247803"/>
              <a:gd name="connsiteX42" fmla="*/ 896341 w 1736065"/>
              <a:gd name="connsiteY42" fmla="*/ 4267 h 247803"/>
              <a:gd name="connsiteX43" fmla="*/ 896341 w 1736065"/>
              <a:gd name="connsiteY43" fmla="*/ 54255 h 247803"/>
              <a:gd name="connsiteX44" fmla="*/ 829590 w 1736065"/>
              <a:gd name="connsiteY44" fmla="*/ 54255 h 247803"/>
              <a:gd name="connsiteX45" fmla="*/ 829590 w 1736065"/>
              <a:gd name="connsiteY45" fmla="*/ 243535 h 247803"/>
              <a:gd name="connsiteX46" fmla="*/ 776250 w 1736065"/>
              <a:gd name="connsiteY46" fmla="*/ 243535 h 247803"/>
              <a:gd name="connsiteX47" fmla="*/ 776250 w 1736065"/>
              <a:gd name="connsiteY47" fmla="*/ 54255 h 247803"/>
              <a:gd name="connsiteX48" fmla="*/ 709194 w 1736065"/>
              <a:gd name="connsiteY48" fmla="*/ 54255 h 247803"/>
              <a:gd name="connsiteX49" fmla="*/ 482956 w 1736065"/>
              <a:gd name="connsiteY49" fmla="*/ 4267 h 247803"/>
              <a:gd name="connsiteX50" fmla="*/ 532029 w 1736065"/>
              <a:gd name="connsiteY50" fmla="*/ 4267 h 247803"/>
              <a:gd name="connsiteX51" fmla="*/ 627431 w 1736065"/>
              <a:gd name="connsiteY51" fmla="*/ 145390 h 247803"/>
              <a:gd name="connsiteX52" fmla="*/ 629260 w 1736065"/>
              <a:gd name="connsiteY52" fmla="*/ 145390 h 247803"/>
              <a:gd name="connsiteX53" fmla="*/ 629260 w 1736065"/>
              <a:gd name="connsiteY53" fmla="*/ 4267 h 247803"/>
              <a:gd name="connsiteX54" fmla="*/ 682600 w 1736065"/>
              <a:gd name="connsiteY54" fmla="*/ 4267 h 247803"/>
              <a:gd name="connsiteX55" fmla="*/ 682600 w 1736065"/>
              <a:gd name="connsiteY55" fmla="*/ 243535 h 247803"/>
              <a:gd name="connsiteX56" fmla="*/ 636270 w 1736065"/>
              <a:gd name="connsiteY56" fmla="*/ 243535 h 247803"/>
              <a:gd name="connsiteX57" fmla="*/ 538125 w 1736065"/>
              <a:gd name="connsiteY57" fmla="*/ 102413 h 247803"/>
              <a:gd name="connsiteX58" fmla="*/ 536296 w 1736065"/>
              <a:gd name="connsiteY58" fmla="*/ 102413 h 247803"/>
              <a:gd name="connsiteX59" fmla="*/ 536296 w 1736065"/>
              <a:gd name="connsiteY59" fmla="*/ 243535 h 247803"/>
              <a:gd name="connsiteX60" fmla="*/ 482956 w 1736065"/>
              <a:gd name="connsiteY60" fmla="*/ 243535 h 247803"/>
              <a:gd name="connsiteX61" fmla="*/ 1644320 w 1736065"/>
              <a:gd name="connsiteY61" fmla="*/ 0 h 247803"/>
              <a:gd name="connsiteX62" fmla="*/ 1736065 w 1736065"/>
              <a:gd name="connsiteY62" fmla="*/ 56388 h 247803"/>
              <a:gd name="connsiteX63" fmla="*/ 1690345 w 1736065"/>
              <a:gd name="connsiteY63" fmla="*/ 78029 h 247803"/>
              <a:gd name="connsiteX64" fmla="*/ 1670990 w 1736065"/>
              <a:gd name="connsiteY64" fmla="*/ 55169 h 247803"/>
              <a:gd name="connsiteX65" fmla="*/ 1643711 w 1736065"/>
              <a:gd name="connsiteY65" fmla="*/ 48159 h 247803"/>
              <a:gd name="connsiteX66" fmla="*/ 1618260 w 1736065"/>
              <a:gd name="connsiteY66" fmla="*/ 54864 h 247803"/>
              <a:gd name="connsiteX67" fmla="*/ 1607744 w 1736065"/>
              <a:gd name="connsiteY67" fmla="*/ 71628 h 247803"/>
              <a:gd name="connsiteX68" fmla="*/ 1612011 w 1736065"/>
              <a:gd name="connsiteY68" fmla="*/ 83363 h 247803"/>
              <a:gd name="connsiteX69" fmla="*/ 1626032 w 1736065"/>
              <a:gd name="connsiteY69" fmla="*/ 92050 h 247803"/>
              <a:gd name="connsiteX70" fmla="*/ 1654379 w 1736065"/>
              <a:gd name="connsiteY70" fmla="*/ 100889 h 247803"/>
              <a:gd name="connsiteX71" fmla="*/ 1694612 w 1736065"/>
              <a:gd name="connsiteY71" fmla="*/ 113995 h 247803"/>
              <a:gd name="connsiteX72" fmla="*/ 1722959 w 1736065"/>
              <a:gd name="connsiteY72" fmla="*/ 135331 h 247803"/>
              <a:gd name="connsiteX73" fmla="*/ 1735151 w 1736065"/>
              <a:gd name="connsiteY73" fmla="*/ 173736 h 247803"/>
              <a:gd name="connsiteX74" fmla="*/ 1723111 w 1736065"/>
              <a:gd name="connsiteY74" fmla="*/ 212446 h 247803"/>
              <a:gd name="connsiteX75" fmla="*/ 1689735 w 1736065"/>
              <a:gd name="connsiteY75" fmla="*/ 238354 h 247803"/>
              <a:gd name="connsiteX76" fmla="*/ 1640967 w 1736065"/>
              <a:gd name="connsiteY76" fmla="*/ 247498 h 247803"/>
              <a:gd name="connsiteX77" fmla="*/ 1582446 w 1736065"/>
              <a:gd name="connsiteY77" fmla="*/ 231343 h 247803"/>
              <a:gd name="connsiteX78" fmla="*/ 1544955 w 1736065"/>
              <a:gd name="connsiteY78" fmla="*/ 188671 h 247803"/>
              <a:gd name="connsiteX79" fmla="*/ 1591285 w 1736065"/>
              <a:gd name="connsiteY79" fmla="*/ 167335 h 247803"/>
              <a:gd name="connsiteX80" fmla="*/ 1610792 w 1736065"/>
              <a:gd name="connsiteY80" fmla="*/ 191262 h 247803"/>
              <a:gd name="connsiteX81" fmla="*/ 1641272 w 1736065"/>
              <a:gd name="connsiteY81" fmla="*/ 199339 h 247803"/>
              <a:gd name="connsiteX82" fmla="*/ 1669923 w 1736065"/>
              <a:gd name="connsiteY82" fmla="*/ 193091 h 247803"/>
              <a:gd name="connsiteX83" fmla="*/ 1680592 w 1736065"/>
              <a:gd name="connsiteY83" fmla="*/ 176479 h 247803"/>
              <a:gd name="connsiteX84" fmla="*/ 1676629 w 1736065"/>
              <a:gd name="connsiteY84" fmla="*/ 164287 h 247803"/>
              <a:gd name="connsiteX85" fmla="*/ 1662913 w 1736065"/>
              <a:gd name="connsiteY85" fmla="*/ 155143 h 247803"/>
              <a:gd name="connsiteX86" fmla="*/ 1634567 w 1736065"/>
              <a:gd name="connsiteY86" fmla="*/ 145695 h 247803"/>
              <a:gd name="connsiteX87" fmla="*/ 1593876 w 1736065"/>
              <a:gd name="connsiteY87" fmla="*/ 132283 h 247803"/>
              <a:gd name="connsiteX88" fmla="*/ 1565529 w 1736065"/>
              <a:gd name="connsiteY88" fmla="*/ 111100 h 247803"/>
              <a:gd name="connsiteX89" fmla="*/ 1553185 w 1736065"/>
              <a:gd name="connsiteY89" fmla="*/ 72847 h 247803"/>
              <a:gd name="connsiteX90" fmla="*/ 1565225 w 1736065"/>
              <a:gd name="connsiteY90" fmla="*/ 35205 h 247803"/>
              <a:gd name="connsiteX91" fmla="*/ 1598143 w 1736065"/>
              <a:gd name="connsiteY91" fmla="*/ 9297 h 247803"/>
              <a:gd name="connsiteX92" fmla="*/ 1644320 w 1736065"/>
              <a:gd name="connsiteY92" fmla="*/ 0 h 247803"/>
              <a:gd name="connsiteX93" fmla="*/ 341376 w 1736065"/>
              <a:gd name="connsiteY93" fmla="*/ 0 h 247803"/>
              <a:gd name="connsiteX94" fmla="*/ 401117 w 1736065"/>
              <a:gd name="connsiteY94" fmla="*/ 14783 h 247803"/>
              <a:gd name="connsiteX95" fmla="*/ 440132 w 1736065"/>
              <a:gd name="connsiteY95" fmla="*/ 57455 h 247803"/>
              <a:gd name="connsiteX96" fmla="*/ 453848 w 1736065"/>
              <a:gd name="connsiteY96" fmla="*/ 124054 h 247803"/>
              <a:gd name="connsiteX97" fmla="*/ 440132 w 1736065"/>
              <a:gd name="connsiteY97" fmla="*/ 190348 h 247803"/>
              <a:gd name="connsiteX98" fmla="*/ 401117 w 1736065"/>
              <a:gd name="connsiteY98" fmla="*/ 233020 h 247803"/>
              <a:gd name="connsiteX99" fmla="*/ 341376 w 1736065"/>
              <a:gd name="connsiteY99" fmla="*/ 247803 h 247803"/>
              <a:gd name="connsiteX100" fmla="*/ 281331 w 1736065"/>
              <a:gd name="connsiteY100" fmla="*/ 233020 h 247803"/>
              <a:gd name="connsiteX101" fmla="*/ 242316 w 1736065"/>
              <a:gd name="connsiteY101" fmla="*/ 190348 h 247803"/>
              <a:gd name="connsiteX102" fmla="*/ 228600 w 1736065"/>
              <a:gd name="connsiteY102" fmla="*/ 124054 h 247803"/>
              <a:gd name="connsiteX103" fmla="*/ 242316 w 1736065"/>
              <a:gd name="connsiteY103" fmla="*/ 57455 h 247803"/>
              <a:gd name="connsiteX104" fmla="*/ 281331 w 1736065"/>
              <a:gd name="connsiteY104" fmla="*/ 14783 h 247803"/>
              <a:gd name="connsiteX105" fmla="*/ 341376 w 1736065"/>
              <a:gd name="connsiteY105" fmla="*/ 0 h 247803"/>
              <a:gd name="connsiteX106" fmla="*/ 116739 w 1736065"/>
              <a:gd name="connsiteY106" fmla="*/ 0 h 247803"/>
              <a:gd name="connsiteX107" fmla="*/ 170993 w 1736065"/>
              <a:gd name="connsiteY107" fmla="*/ 15697 h 247803"/>
              <a:gd name="connsiteX108" fmla="*/ 206655 w 1736065"/>
              <a:gd name="connsiteY108" fmla="*/ 59131 h 247803"/>
              <a:gd name="connsiteX109" fmla="*/ 159411 w 1736065"/>
              <a:gd name="connsiteY109" fmla="*/ 80163 h 247803"/>
              <a:gd name="connsiteX110" fmla="*/ 140970 w 1736065"/>
              <a:gd name="connsiteY110" fmla="*/ 57607 h 247803"/>
              <a:gd name="connsiteX111" fmla="*/ 113691 w 1736065"/>
              <a:gd name="connsiteY111" fmla="*/ 49987 h 247803"/>
              <a:gd name="connsiteX112" fmla="*/ 83058 w 1736065"/>
              <a:gd name="connsiteY112" fmla="*/ 58979 h 247803"/>
              <a:gd name="connsiteX113" fmla="*/ 62332 w 1736065"/>
              <a:gd name="connsiteY113" fmla="*/ 84430 h 247803"/>
              <a:gd name="connsiteX114" fmla="*/ 54864 w 1736065"/>
              <a:gd name="connsiteY114" fmla="*/ 122835 h 247803"/>
              <a:gd name="connsiteX115" fmla="*/ 62332 w 1736065"/>
              <a:gd name="connsiteY115" fmla="*/ 162306 h 247803"/>
              <a:gd name="connsiteX116" fmla="*/ 83058 w 1736065"/>
              <a:gd name="connsiteY116" fmla="*/ 188519 h 247803"/>
              <a:gd name="connsiteX117" fmla="*/ 113691 w 1736065"/>
              <a:gd name="connsiteY117" fmla="*/ 197815 h 247803"/>
              <a:gd name="connsiteX118" fmla="*/ 140056 w 1736065"/>
              <a:gd name="connsiteY118" fmla="*/ 190043 h 247803"/>
              <a:gd name="connsiteX119" fmla="*/ 160020 w 1736065"/>
              <a:gd name="connsiteY119" fmla="*/ 167640 h 247803"/>
              <a:gd name="connsiteX120" fmla="*/ 207264 w 1736065"/>
              <a:gd name="connsiteY120" fmla="*/ 188671 h 247803"/>
              <a:gd name="connsiteX121" fmla="*/ 169622 w 1736065"/>
              <a:gd name="connsiteY121" fmla="*/ 232410 h 247803"/>
              <a:gd name="connsiteX122" fmla="*/ 113996 w 1736065"/>
              <a:gd name="connsiteY122" fmla="*/ 247803 h 247803"/>
              <a:gd name="connsiteX123" fmla="*/ 54864 w 1736065"/>
              <a:gd name="connsiteY123" fmla="*/ 232258 h 247803"/>
              <a:gd name="connsiteX124" fmla="*/ 14478 w 1736065"/>
              <a:gd name="connsiteY124" fmla="*/ 188214 h 247803"/>
              <a:gd name="connsiteX125" fmla="*/ 0 w 1736065"/>
              <a:gd name="connsiteY125" fmla="*/ 122835 h 247803"/>
              <a:gd name="connsiteX126" fmla="*/ 14631 w 1736065"/>
              <a:gd name="connsiteY126" fmla="*/ 58369 h 247803"/>
              <a:gd name="connsiteX127" fmla="*/ 55779 w 1736065"/>
              <a:gd name="connsiteY127" fmla="*/ 15240 h 247803"/>
              <a:gd name="connsiteX128" fmla="*/ 116739 w 1736065"/>
              <a:gd name="connsiteY128" fmla="*/ 0 h 247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1736065" h="247803">
                <a:moveTo>
                  <a:pt x="341376" y="49987"/>
                </a:moveTo>
                <a:cubicBezTo>
                  <a:pt x="323292" y="49987"/>
                  <a:pt x="309068" y="56490"/>
                  <a:pt x="298704" y="69495"/>
                </a:cubicBezTo>
                <a:cubicBezTo>
                  <a:pt x="288341" y="82499"/>
                  <a:pt x="283160" y="100686"/>
                  <a:pt x="283160" y="124054"/>
                </a:cubicBezTo>
                <a:cubicBezTo>
                  <a:pt x="283160" y="147422"/>
                  <a:pt x="288341" y="165557"/>
                  <a:pt x="298704" y="178461"/>
                </a:cubicBezTo>
                <a:cubicBezTo>
                  <a:pt x="309068" y="191364"/>
                  <a:pt x="323292" y="197815"/>
                  <a:pt x="341376" y="197815"/>
                </a:cubicBezTo>
                <a:cubicBezTo>
                  <a:pt x="359258" y="197815"/>
                  <a:pt x="373380" y="191364"/>
                  <a:pt x="383744" y="178461"/>
                </a:cubicBezTo>
                <a:cubicBezTo>
                  <a:pt x="394107" y="165557"/>
                  <a:pt x="399288" y="147422"/>
                  <a:pt x="399288" y="124054"/>
                </a:cubicBezTo>
                <a:cubicBezTo>
                  <a:pt x="399288" y="100686"/>
                  <a:pt x="394158" y="82499"/>
                  <a:pt x="383896" y="69495"/>
                </a:cubicBezTo>
                <a:cubicBezTo>
                  <a:pt x="373634" y="56490"/>
                  <a:pt x="359461" y="49987"/>
                  <a:pt x="341376" y="49987"/>
                </a:cubicBezTo>
                <a:close/>
                <a:moveTo>
                  <a:pt x="1347369" y="4267"/>
                </a:moveTo>
                <a:lnTo>
                  <a:pt x="1534516" y="4267"/>
                </a:lnTo>
                <a:lnTo>
                  <a:pt x="1534516" y="54255"/>
                </a:lnTo>
                <a:lnTo>
                  <a:pt x="1467765" y="54255"/>
                </a:lnTo>
                <a:lnTo>
                  <a:pt x="1467765" y="243535"/>
                </a:lnTo>
                <a:lnTo>
                  <a:pt x="1414425" y="243535"/>
                </a:lnTo>
                <a:lnTo>
                  <a:pt x="1414425" y="54255"/>
                </a:lnTo>
                <a:lnTo>
                  <a:pt x="1347369" y="54255"/>
                </a:lnTo>
                <a:close/>
                <a:moveTo>
                  <a:pt x="1121131" y="4267"/>
                </a:moveTo>
                <a:lnTo>
                  <a:pt x="1170204" y="4267"/>
                </a:lnTo>
                <a:lnTo>
                  <a:pt x="1265606" y="145390"/>
                </a:lnTo>
                <a:lnTo>
                  <a:pt x="1267435" y="145390"/>
                </a:lnTo>
                <a:lnTo>
                  <a:pt x="1267435" y="4267"/>
                </a:lnTo>
                <a:lnTo>
                  <a:pt x="1320775" y="4267"/>
                </a:lnTo>
                <a:lnTo>
                  <a:pt x="1320775" y="243535"/>
                </a:lnTo>
                <a:lnTo>
                  <a:pt x="1274445" y="243535"/>
                </a:lnTo>
                <a:lnTo>
                  <a:pt x="1176300" y="102413"/>
                </a:lnTo>
                <a:lnTo>
                  <a:pt x="1174471" y="102413"/>
                </a:lnTo>
                <a:lnTo>
                  <a:pt x="1174471" y="243535"/>
                </a:lnTo>
                <a:lnTo>
                  <a:pt x="1121131" y="243535"/>
                </a:lnTo>
                <a:close/>
                <a:moveTo>
                  <a:pt x="921106" y="4267"/>
                </a:moveTo>
                <a:lnTo>
                  <a:pt x="1082040" y="4267"/>
                </a:lnTo>
                <a:lnTo>
                  <a:pt x="1082040" y="52731"/>
                </a:lnTo>
                <a:lnTo>
                  <a:pt x="974446" y="52731"/>
                </a:lnTo>
                <a:lnTo>
                  <a:pt x="974446" y="97841"/>
                </a:lnTo>
                <a:lnTo>
                  <a:pt x="1076249" y="97841"/>
                </a:lnTo>
                <a:lnTo>
                  <a:pt x="1076249" y="146304"/>
                </a:lnTo>
                <a:lnTo>
                  <a:pt x="974446" y="146304"/>
                </a:lnTo>
                <a:lnTo>
                  <a:pt x="974446" y="195072"/>
                </a:lnTo>
                <a:lnTo>
                  <a:pt x="1085698" y="195072"/>
                </a:lnTo>
                <a:lnTo>
                  <a:pt x="1085698" y="243535"/>
                </a:lnTo>
                <a:lnTo>
                  <a:pt x="921106" y="243535"/>
                </a:lnTo>
                <a:close/>
                <a:moveTo>
                  <a:pt x="709194" y="4267"/>
                </a:moveTo>
                <a:lnTo>
                  <a:pt x="896341" y="4267"/>
                </a:lnTo>
                <a:lnTo>
                  <a:pt x="896341" y="54255"/>
                </a:lnTo>
                <a:lnTo>
                  <a:pt x="829590" y="54255"/>
                </a:lnTo>
                <a:lnTo>
                  <a:pt x="829590" y="243535"/>
                </a:lnTo>
                <a:lnTo>
                  <a:pt x="776250" y="243535"/>
                </a:lnTo>
                <a:lnTo>
                  <a:pt x="776250" y="54255"/>
                </a:lnTo>
                <a:lnTo>
                  <a:pt x="709194" y="54255"/>
                </a:lnTo>
                <a:close/>
                <a:moveTo>
                  <a:pt x="482956" y="4267"/>
                </a:moveTo>
                <a:lnTo>
                  <a:pt x="532029" y="4267"/>
                </a:lnTo>
                <a:lnTo>
                  <a:pt x="627431" y="145390"/>
                </a:lnTo>
                <a:lnTo>
                  <a:pt x="629260" y="145390"/>
                </a:lnTo>
                <a:lnTo>
                  <a:pt x="629260" y="4267"/>
                </a:lnTo>
                <a:lnTo>
                  <a:pt x="682600" y="4267"/>
                </a:lnTo>
                <a:lnTo>
                  <a:pt x="682600" y="243535"/>
                </a:lnTo>
                <a:lnTo>
                  <a:pt x="636270" y="243535"/>
                </a:lnTo>
                <a:lnTo>
                  <a:pt x="538125" y="102413"/>
                </a:lnTo>
                <a:lnTo>
                  <a:pt x="536296" y="102413"/>
                </a:lnTo>
                <a:lnTo>
                  <a:pt x="536296" y="243535"/>
                </a:lnTo>
                <a:lnTo>
                  <a:pt x="482956" y="243535"/>
                </a:lnTo>
                <a:close/>
                <a:moveTo>
                  <a:pt x="1644320" y="0"/>
                </a:moveTo>
                <a:cubicBezTo>
                  <a:pt x="1686992" y="0"/>
                  <a:pt x="1717574" y="18796"/>
                  <a:pt x="1736065" y="56388"/>
                </a:cubicBezTo>
                <a:lnTo>
                  <a:pt x="1690345" y="78029"/>
                </a:lnTo>
                <a:cubicBezTo>
                  <a:pt x="1685062" y="67463"/>
                  <a:pt x="1678610" y="59843"/>
                  <a:pt x="1670990" y="55169"/>
                </a:cubicBezTo>
                <a:cubicBezTo>
                  <a:pt x="1663370" y="50495"/>
                  <a:pt x="1654277" y="48159"/>
                  <a:pt x="1643711" y="48159"/>
                </a:cubicBezTo>
                <a:cubicBezTo>
                  <a:pt x="1633754" y="48159"/>
                  <a:pt x="1625270" y="50394"/>
                  <a:pt x="1618260" y="54864"/>
                </a:cubicBezTo>
                <a:cubicBezTo>
                  <a:pt x="1611249" y="59335"/>
                  <a:pt x="1607744" y="64923"/>
                  <a:pt x="1607744" y="71628"/>
                </a:cubicBezTo>
                <a:cubicBezTo>
                  <a:pt x="1607744" y="76302"/>
                  <a:pt x="1609167" y="80213"/>
                  <a:pt x="1612011" y="83363"/>
                </a:cubicBezTo>
                <a:cubicBezTo>
                  <a:pt x="1614856" y="86513"/>
                  <a:pt x="1619530" y="89408"/>
                  <a:pt x="1626032" y="92050"/>
                </a:cubicBezTo>
                <a:cubicBezTo>
                  <a:pt x="1632535" y="94691"/>
                  <a:pt x="1641984" y="97638"/>
                  <a:pt x="1654379" y="100889"/>
                </a:cubicBezTo>
                <a:cubicBezTo>
                  <a:pt x="1670431" y="105156"/>
                  <a:pt x="1683843" y="109525"/>
                  <a:pt x="1694612" y="113995"/>
                </a:cubicBezTo>
                <a:cubicBezTo>
                  <a:pt x="1705382" y="118466"/>
                  <a:pt x="1714831" y="125578"/>
                  <a:pt x="1722959" y="135331"/>
                </a:cubicBezTo>
                <a:cubicBezTo>
                  <a:pt x="1731087" y="145085"/>
                  <a:pt x="1735151" y="157887"/>
                  <a:pt x="1735151" y="173736"/>
                </a:cubicBezTo>
                <a:cubicBezTo>
                  <a:pt x="1735151" y="188367"/>
                  <a:pt x="1731138" y="201270"/>
                  <a:pt x="1723111" y="212446"/>
                </a:cubicBezTo>
                <a:cubicBezTo>
                  <a:pt x="1715085" y="223622"/>
                  <a:pt x="1703959" y="232258"/>
                  <a:pt x="1689735" y="238354"/>
                </a:cubicBezTo>
                <a:cubicBezTo>
                  <a:pt x="1675511" y="244450"/>
                  <a:pt x="1659255" y="247498"/>
                  <a:pt x="1640967" y="247498"/>
                </a:cubicBezTo>
                <a:cubicBezTo>
                  <a:pt x="1618615" y="247498"/>
                  <a:pt x="1599108" y="242113"/>
                  <a:pt x="1582446" y="231343"/>
                </a:cubicBezTo>
                <a:cubicBezTo>
                  <a:pt x="1565784" y="220574"/>
                  <a:pt x="1553287" y="206350"/>
                  <a:pt x="1544955" y="188671"/>
                </a:cubicBezTo>
                <a:lnTo>
                  <a:pt x="1591285" y="167335"/>
                </a:lnTo>
                <a:cubicBezTo>
                  <a:pt x="1595552" y="177902"/>
                  <a:pt x="1602055" y="185877"/>
                  <a:pt x="1610792" y="191262"/>
                </a:cubicBezTo>
                <a:cubicBezTo>
                  <a:pt x="1619530" y="196647"/>
                  <a:pt x="1629690" y="199339"/>
                  <a:pt x="1641272" y="199339"/>
                </a:cubicBezTo>
                <a:cubicBezTo>
                  <a:pt x="1653261" y="199339"/>
                  <a:pt x="1662811" y="197257"/>
                  <a:pt x="1669923" y="193091"/>
                </a:cubicBezTo>
                <a:cubicBezTo>
                  <a:pt x="1677035" y="188925"/>
                  <a:pt x="1680592" y="183388"/>
                  <a:pt x="1680592" y="176479"/>
                </a:cubicBezTo>
                <a:cubicBezTo>
                  <a:pt x="1680592" y="171603"/>
                  <a:pt x="1679271" y="167539"/>
                  <a:pt x="1676629" y="164287"/>
                </a:cubicBezTo>
                <a:cubicBezTo>
                  <a:pt x="1673988" y="161036"/>
                  <a:pt x="1669415" y="157988"/>
                  <a:pt x="1662913" y="155143"/>
                </a:cubicBezTo>
                <a:cubicBezTo>
                  <a:pt x="1656411" y="152299"/>
                  <a:pt x="1646962" y="149149"/>
                  <a:pt x="1634567" y="145695"/>
                </a:cubicBezTo>
                <a:cubicBezTo>
                  <a:pt x="1618107" y="141224"/>
                  <a:pt x="1604544" y="136754"/>
                  <a:pt x="1593876" y="132283"/>
                </a:cubicBezTo>
                <a:cubicBezTo>
                  <a:pt x="1583208" y="127813"/>
                  <a:pt x="1573759" y="120752"/>
                  <a:pt x="1565529" y="111100"/>
                </a:cubicBezTo>
                <a:cubicBezTo>
                  <a:pt x="1557300" y="101448"/>
                  <a:pt x="1553185" y="88697"/>
                  <a:pt x="1553185" y="72847"/>
                </a:cubicBezTo>
                <a:cubicBezTo>
                  <a:pt x="1553185" y="58827"/>
                  <a:pt x="1557198" y="46279"/>
                  <a:pt x="1565225" y="35205"/>
                </a:cubicBezTo>
                <a:cubicBezTo>
                  <a:pt x="1573251" y="24130"/>
                  <a:pt x="1584224" y="15494"/>
                  <a:pt x="1598143" y="9297"/>
                </a:cubicBezTo>
                <a:cubicBezTo>
                  <a:pt x="1612062" y="3099"/>
                  <a:pt x="1627455" y="0"/>
                  <a:pt x="1644320" y="0"/>
                </a:cubicBezTo>
                <a:close/>
                <a:moveTo>
                  <a:pt x="341376" y="0"/>
                </a:moveTo>
                <a:cubicBezTo>
                  <a:pt x="364338" y="0"/>
                  <a:pt x="384252" y="4928"/>
                  <a:pt x="401117" y="14783"/>
                </a:cubicBezTo>
                <a:cubicBezTo>
                  <a:pt x="417983" y="24638"/>
                  <a:pt x="430988" y="38862"/>
                  <a:pt x="440132" y="57455"/>
                </a:cubicBezTo>
                <a:cubicBezTo>
                  <a:pt x="449276" y="76048"/>
                  <a:pt x="453848" y="98247"/>
                  <a:pt x="453848" y="124054"/>
                </a:cubicBezTo>
                <a:cubicBezTo>
                  <a:pt x="453848" y="149657"/>
                  <a:pt x="449276" y="171755"/>
                  <a:pt x="440132" y="190348"/>
                </a:cubicBezTo>
                <a:cubicBezTo>
                  <a:pt x="430988" y="208941"/>
                  <a:pt x="417983" y="223165"/>
                  <a:pt x="401117" y="233020"/>
                </a:cubicBezTo>
                <a:cubicBezTo>
                  <a:pt x="384252" y="242875"/>
                  <a:pt x="364338" y="247803"/>
                  <a:pt x="341376" y="247803"/>
                </a:cubicBezTo>
                <a:cubicBezTo>
                  <a:pt x="318212" y="247803"/>
                  <a:pt x="298196" y="242875"/>
                  <a:pt x="281331" y="233020"/>
                </a:cubicBezTo>
                <a:cubicBezTo>
                  <a:pt x="264465" y="223165"/>
                  <a:pt x="251460" y="208941"/>
                  <a:pt x="242316" y="190348"/>
                </a:cubicBezTo>
                <a:cubicBezTo>
                  <a:pt x="233172" y="171755"/>
                  <a:pt x="228600" y="149657"/>
                  <a:pt x="228600" y="124054"/>
                </a:cubicBezTo>
                <a:cubicBezTo>
                  <a:pt x="228600" y="98247"/>
                  <a:pt x="233172" y="76048"/>
                  <a:pt x="242316" y="57455"/>
                </a:cubicBezTo>
                <a:cubicBezTo>
                  <a:pt x="251460" y="38862"/>
                  <a:pt x="264465" y="24638"/>
                  <a:pt x="281331" y="14783"/>
                </a:cubicBezTo>
                <a:cubicBezTo>
                  <a:pt x="298196" y="4928"/>
                  <a:pt x="318212" y="0"/>
                  <a:pt x="341376" y="0"/>
                </a:cubicBezTo>
                <a:close/>
                <a:moveTo>
                  <a:pt x="116739" y="0"/>
                </a:moveTo>
                <a:cubicBezTo>
                  <a:pt x="137872" y="0"/>
                  <a:pt x="155956" y="5233"/>
                  <a:pt x="170993" y="15697"/>
                </a:cubicBezTo>
                <a:cubicBezTo>
                  <a:pt x="186030" y="26162"/>
                  <a:pt x="197917" y="40640"/>
                  <a:pt x="206655" y="59131"/>
                </a:cubicBezTo>
                <a:lnTo>
                  <a:pt x="159411" y="80163"/>
                </a:lnTo>
                <a:cubicBezTo>
                  <a:pt x="155144" y="70206"/>
                  <a:pt x="148997" y="62687"/>
                  <a:pt x="140970" y="57607"/>
                </a:cubicBezTo>
                <a:cubicBezTo>
                  <a:pt x="132944" y="52527"/>
                  <a:pt x="123851" y="49987"/>
                  <a:pt x="113691" y="49987"/>
                </a:cubicBezTo>
                <a:cubicBezTo>
                  <a:pt x="102108" y="49987"/>
                  <a:pt x="91898" y="52985"/>
                  <a:pt x="83058" y="58979"/>
                </a:cubicBezTo>
                <a:cubicBezTo>
                  <a:pt x="74219" y="64973"/>
                  <a:pt x="67310" y="73457"/>
                  <a:pt x="62332" y="84430"/>
                </a:cubicBezTo>
                <a:cubicBezTo>
                  <a:pt x="57354" y="95403"/>
                  <a:pt x="54864" y="108204"/>
                  <a:pt x="54864" y="122835"/>
                </a:cubicBezTo>
                <a:cubicBezTo>
                  <a:pt x="54864" y="137871"/>
                  <a:pt x="57354" y="151029"/>
                  <a:pt x="62332" y="162306"/>
                </a:cubicBezTo>
                <a:cubicBezTo>
                  <a:pt x="67310" y="173584"/>
                  <a:pt x="74219" y="182321"/>
                  <a:pt x="83058" y="188519"/>
                </a:cubicBezTo>
                <a:cubicBezTo>
                  <a:pt x="91898" y="194717"/>
                  <a:pt x="102108" y="197815"/>
                  <a:pt x="113691" y="197815"/>
                </a:cubicBezTo>
                <a:cubicBezTo>
                  <a:pt x="123444" y="197815"/>
                  <a:pt x="132233" y="195225"/>
                  <a:pt x="140056" y="190043"/>
                </a:cubicBezTo>
                <a:cubicBezTo>
                  <a:pt x="147879" y="184861"/>
                  <a:pt x="154534" y="177394"/>
                  <a:pt x="160020" y="167640"/>
                </a:cubicBezTo>
                <a:lnTo>
                  <a:pt x="207264" y="188671"/>
                </a:lnTo>
                <a:cubicBezTo>
                  <a:pt x="198324" y="207569"/>
                  <a:pt x="185776" y="222149"/>
                  <a:pt x="169622" y="232410"/>
                </a:cubicBezTo>
                <a:cubicBezTo>
                  <a:pt x="153467" y="242672"/>
                  <a:pt x="134925" y="247803"/>
                  <a:pt x="113996" y="247803"/>
                </a:cubicBezTo>
                <a:cubicBezTo>
                  <a:pt x="91847" y="247803"/>
                  <a:pt x="72136" y="242621"/>
                  <a:pt x="54864" y="232258"/>
                </a:cubicBezTo>
                <a:cubicBezTo>
                  <a:pt x="37592" y="221895"/>
                  <a:pt x="24130" y="207213"/>
                  <a:pt x="14478" y="188214"/>
                </a:cubicBezTo>
                <a:cubicBezTo>
                  <a:pt x="4826" y="169215"/>
                  <a:pt x="0" y="147422"/>
                  <a:pt x="0" y="122835"/>
                </a:cubicBezTo>
                <a:cubicBezTo>
                  <a:pt x="0" y="98451"/>
                  <a:pt x="4877" y="76962"/>
                  <a:pt x="14631" y="58369"/>
                </a:cubicBezTo>
                <a:cubicBezTo>
                  <a:pt x="24384" y="39777"/>
                  <a:pt x="38100" y="25400"/>
                  <a:pt x="55779" y="15240"/>
                </a:cubicBezTo>
                <a:cubicBezTo>
                  <a:pt x="73457" y="5080"/>
                  <a:pt x="93777" y="0"/>
                  <a:pt x="116739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强化</a:t>
            </a:r>
            <a:r>
              <a:rPr lang="zh-CN" altLang="en-US"/>
              <a:t>学习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Reinforcement Learning</a:t>
            </a:r>
            <a:endParaRPr lang="en-US" altLang="zh-CN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强化学习</a:t>
            </a:r>
            <a:endParaRPr lang="zh-CN" altLang="en-US"/>
          </a:p>
        </p:txBody>
      </p:sp>
      <p:pic>
        <p:nvPicPr>
          <p:cNvPr id="4" name="图片 3" descr="27befc6b18c2e2a3321d9e47e99a0a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0" y="967740"/>
            <a:ext cx="4914900" cy="49225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强化学习</a:t>
            </a:r>
            <a:endParaRPr lang="zh-CN" altLang="en-US"/>
          </a:p>
        </p:txBody>
      </p:sp>
      <p:pic>
        <p:nvPicPr>
          <p:cNvPr id="4" name="图片 3" descr="27befc6b18c2e2a3321d9e47e99a0a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142365"/>
            <a:ext cx="2457450" cy="2461260"/>
          </a:xfrm>
          <a:prstGeom prst="rect">
            <a:avLst/>
          </a:prstGeom>
        </p:spPr>
      </p:pic>
      <p:sp>
        <p:nvSpPr>
          <p:cNvPr id="3" name="右箭头 2"/>
          <p:cNvSpPr/>
          <p:nvPr/>
        </p:nvSpPr>
        <p:spPr>
          <a:xfrm>
            <a:off x="3394710" y="2224405"/>
            <a:ext cx="689610" cy="44259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90015" y="3794760"/>
            <a:ext cx="1296670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状态</a:t>
            </a:r>
            <a:r>
              <a:rPr lang="en-US" altLang="zh-CN" sz="2400"/>
              <a:t>s</a:t>
            </a:r>
            <a:endParaRPr lang="en-US" altLang="zh-CN" sz="2400"/>
          </a:p>
        </p:txBody>
      </p:sp>
      <p:grpSp>
        <p:nvGrpSpPr>
          <p:cNvPr id="8" name="组合 7"/>
          <p:cNvGrpSpPr/>
          <p:nvPr/>
        </p:nvGrpSpPr>
        <p:grpSpPr>
          <a:xfrm>
            <a:off x="4198620" y="1142365"/>
            <a:ext cx="2457450" cy="2461260"/>
            <a:chOff x="6612" y="1799"/>
            <a:chExt cx="3870" cy="3876"/>
          </a:xfrm>
        </p:grpSpPr>
        <p:pic>
          <p:nvPicPr>
            <p:cNvPr id="6" name="图片 5" descr="27befc6b18c2e2a3321d9e47e99a0aa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12" y="1799"/>
              <a:ext cx="3870" cy="3876"/>
            </a:xfrm>
            <a:prstGeom prst="rect">
              <a:avLst/>
            </a:prstGeom>
          </p:spPr>
        </p:pic>
        <p:sp>
          <p:nvSpPr>
            <p:cNvPr id="7" name="椭圆 6"/>
            <p:cNvSpPr/>
            <p:nvPr/>
          </p:nvSpPr>
          <p:spPr>
            <a:xfrm>
              <a:off x="8457" y="3666"/>
              <a:ext cx="194" cy="19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850765" y="3794760"/>
            <a:ext cx="1296670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行动</a:t>
            </a:r>
            <a:r>
              <a:rPr lang="en-US" altLang="zh-CN" sz="2400"/>
              <a:t>a</a:t>
            </a:r>
            <a:endParaRPr lang="en-US" altLang="zh-CN" sz="2400"/>
          </a:p>
        </p:txBody>
      </p:sp>
      <p:sp>
        <p:nvSpPr>
          <p:cNvPr id="10" name="文本框 9"/>
          <p:cNvSpPr txBox="1"/>
          <p:nvPr/>
        </p:nvSpPr>
        <p:spPr>
          <a:xfrm>
            <a:off x="7807325" y="2224405"/>
            <a:ext cx="1296670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价值</a:t>
            </a:r>
            <a:r>
              <a:rPr lang="en-US" altLang="zh-CN" sz="2400"/>
              <a:t>q</a:t>
            </a:r>
            <a:endParaRPr lang="en-US" altLang="zh-CN" sz="2400"/>
          </a:p>
        </p:txBody>
      </p:sp>
      <p:sp>
        <p:nvSpPr>
          <p:cNvPr id="11" name="右箭头 10"/>
          <p:cNvSpPr/>
          <p:nvPr/>
        </p:nvSpPr>
        <p:spPr>
          <a:xfrm>
            <a:off x="6854825" y="2224405"/>
            <a:ext cx="689610" cy="44259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19250" y="4487545"/>
            <a:ext cx="404495" cy="889000"/>
          </a:xfrm>
          <a:prstGeom prst="rect">
            <a:avLst/>
          </a:prstGeom>
        </p:spPr>
        <p:txBody>
          <a:bodyPr vert="eaVert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。。。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83310" y="5537200"/>
            <a:ext cx="1764030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状态集合</a:t>
            </a:r>
            <a:r>
              <a:rPr lang="en-US" altLang="zh-CN" sz="2400"/>
              <a:t>S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5081270" y="4487545"/>
            <a:ext cx="404495" cy="889000"/>
          </a:xfrm>
          <a:prstGeom prst="rect">
            <a:avLst/>
          </a:prstGeom>
        </p:spPr>
        <p:txBody>
          <a:bodyPr vert="eaVert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。。。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45330" y="5537200"/>
            <a:ext cx="1764030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行动集合</a:t>
            </a:r>
            <a:r>
              <a:rPr lang="en-US" altLang="zh-CN" sz="2400"/>
              <a:t>A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7544435" y="4296410"/>
            <a:ext cx="2613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价值集合</a:t>
            </a:r>
            <a:r>
              <a:rPr lang="en-US" altLang="zh-CN" sz="3600"/>
              <a:t>Q</a:t>
            </a:r>
            <a:endParaRPr lang="en-US" altLang="zh-CN" sz="3600"/>
          </a:p>
        </p:txBody>
      </p:sp>
      <p:sp>
        <p:nvSpPr>
          <p:cNvPr id="18" name="文本框 17"/>
          <p:cNvSpPr txBox="1"/>
          <p:nvPr/>
        </p:nvSpPr>
        <p:spPr>
          <a:xfrm>
            <a:off x="9736455" y="4573270"/>
            <a:ext cx="1327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(A|S)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8670290" y="2327910"/>
            <a:ext cx="1327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(a|s)</a:t>
            </a:r>
            <a:endParaRPr lang="en-US" altLang="zh-CN"/>
          </a:p>
        </p:txBody>
      </p:sp>
      <p:pic>
        <p:nvPicPr>
          <p:cNvPr id="20" name="图片 19" descr="06fa83349c117e66504b91638e69eb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910" y="347345"/>
            <a:ext cx="4298950" cy="1501775"/>
          </a:xfrm>
          <a:prstGeom prst="rect">
            <a:avLst/>
          </a:prstGeom>
        </p:spPr>
      </p:pic>
      <p:pic>
        <p:nvPicPr>
          <p:cNvPr id="21" name="图片 20" descr="31d92900e35c3f27624b23903acfe3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435" y="1849120"/>
            <a:ext cx="4588510" cy="3912235"/>
          </a:xfrm>
          <a:prstGeom prst="rect">
            <a:avLst/>
          </a:prstGeom>
        </p:spPr>
      </p:pic>
      <p:pic>
        <p:nvPicPr>
          <p:cNvPr id="22" name="图片 21" descr="a4dbb5d1bd0c8a1df1c962aa2d123b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60" y="1849120"/>
            <a:ext cx="4799965" cy="390334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9" grpId="0"/>
      <p:bldP spid="10" grpId="0"/>
      <p:bldP spid="11" grpId="0" bldLvl="0" animBg="1"/>
      <p:bldP spid="14" grpId="0"/>
      <p:bldP spid="13" grpId="0"/>
      <p:bldP spid="16" grpId="0"/>
      <p:bldP spid="15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蒙特卡洛树</a:t>
            </a:r>
            <a:endParaRPr lang="en-US" altLang="zh-CN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Monte Carlo tree</a:t>
            </a:r>
            <a:endParaRPr lang="en-US" altLang="zh-CN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>
                <a:sym typeface="+mn-ea"/>
              </a:rPr>
              <a:t>蒙特卡洛树</a:t>
            </a:r>
            <a:endParaRPr lang="zh-CN" altLang="en-US"/>
          </a:p>
        </p:txBody>
      </p:sp>
      <p:pic>
        <p:nvPicPr>
          <p:cNvPr id="5" name="图片 4" descr="02173fd503de7d9dea8039c31b299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315" y="1315085"/>
            <a:ext cx="6897370" cy="48418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>
                <a:sym typeface="+mn-ea"/>
              </a:rPr>
              <a:t>蒙特卡洛树</a:t>
            </a:r>
            <a:endParaRPr lang="zh-CN" altLang="en-US"/>
          </a:p>
        </p:txBody>
      </p:sp>
      <p:pic>
        <p:nvPicPr>
          <p:cNvPr id="5" name="图片 4" descr="02173fd503de7d9dea8039c31b299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145" y="275590"/>
            <a:ext cx="3011170" cy="2113915"/>
          </a:xfrm>
          <a:prstGeom prst="rect">
            <a:avLst/>
          </a:prstGeom>
        </p:spPr>
      </p:pic>
      <p:pic>
        <p:nvPicPr>
          <p:cNvPr id="3" name="图片 2" descr="fd3f282e06f32b803705edee12dfc9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975" y="1177290"/>
            <a:ext cx="7178040" cy="5448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>
                <a:sym typeface="+mn-ea"/>
              </a:rPr>
              <a:t>蒙特卡洛树</a:t>
            </a:r>
            <a:endParaRPr lang="zh-CN" altLang="en-US"/>
          </a:p>
        </p:txBody>
      </p:sp>
      <p:pic>
        <p:nvPicPr>
          <p:cNvPr id="5" name="图片 4" descr="02173fd503de7d9dea8039c31b299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145" y="275590"/>
            <a:ext cx="3011170" cy="2113915"/>
          </a:xfrm>
          <a:prstGeom prst="rect">
            <a:avLst/>
          </a:prstGeom>
        </p:spPr>
      </p:pic>
      <p:pic>
        <p:nvPicPr>
          <p:cNvPr id="3" name="图片 2" descr="fd3f282e06f32b803705edee12dfc9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685" y="275590"/>
            <a:ext cx="2785110" cy="2114550"/>
          </a:xfrm>
          <a:prstGeom prst="rect">
            <a:avLst/>
          </a:prstGeom>
        </p:spPr>
      </p:pic>
      <p:pic>
        <p:nvPicPr>
          <p:cNvPr id="4" name="图片 3" descr="c0e43f84ab64175ca5061e8f7a888c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575" y="2553335"/>
            <a:ext cx="7291705" cy="37617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>
                <a:sym typeface="+mn-ea"/>
              </a:rPr>
              <a:t>蒙特卡洛树</a:t>
            </a:r>
            <a:endParaRPr lang="zh-CN" altLang="en-US"/>
          </a:p>
        </p:txBody>
      </p:sp>
      <p:pic>
        <p:nvPicPr>
          <p:cNvPr id="5" name="图片 4" descr="02173fd503de7d9dea8039c31b299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545" y="2677160"/>
            <a:ext cx="4714240" cy="3309620"/>
          </a:xfrm>
          <a:prstGeom prst="rect">
            <a:avLst/>
          </a:prstGeom>
        </p:spPr>
      </p:pic>
      <p:pic>
        <p:nvPicPr>
          <p:cNvPr id="3" name="图片 2" descr="fd3f282e06f32b803705edee12dfc9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685" y="275590"/>
            <a:ext cx="2785110" cy="2114550"/>
          </a:xfrm>
          <a:prstGeom prst="rect">
            <a:avLst/>
          </a:prstGeom>
        </p:spPr>
      </p:pic>
      <p:pic>
        <p:nvPicPr>
          <p:cNvPr id="4" name="图片 3" descr="c0e43f84ab64175ca5061e8f7a888c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65" y="2677160"/>
            <a:ext cx="6414135" cy="3309620"/>
          </a:xfrm>
          <a:prstGeom prst="rect">
            <a:avLst/>
          </a:prstGeom>
        </p:spPr>
      </p:pic>
      <p:pic>
        <p:nvPicPr>
          <p:cNvPr id="6" name="图片 5" descr="e7fdd1fb8e14b5ef83ddea1ae8eb7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175" y="76200"/>
            <a:ext cx="7101205" cy="60331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AlphaZero</a:t>
            </a:r>
            <a:endParaRPr lang="zh-CN" altLang="en-US">
              <a:sym typeface="+mn-ea"/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from DeepMind</a:t>
            </a:r>
            <a:endParaRPr lang="en-US" altLang="zh-CN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AlphaZero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13380" y="671195"/>
            <a:ext cx="6141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:</a:t>
            </a:r>
            <a:r>
              <a:rPr lang="zh-CN" altLang="en-US"/>
              <a:t>蒙特卡洛树搜索（</a:t>
            </a:r>
            <a:r>
              <a:rPr lang="en-US" altLang="zh-CN"/>
              <a:t>MCTS</a:t>
            </a:r>
            <a:r>
              <a:rPr lang="zh-CN" altLang="en-US"/>
              <a:t>）与深度神经网络的融合</a:t>
            </a:r>
            <a:endParaRPr lang="zh-CN" altLang="en-US"/>
          </a:p>
        </p:txBody>
      </p:sp>
      <p:pic>
        <p:nvPicPr>
          <p:cNvPr id="4" name="图片 3" descr="83cd109d4c1708a5fe558238d171e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35" y="1190625"/>
            <a:ext cx="5747385" cy="485267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425825" y="1205865"/>
            <a:ext cx="3940175" cy="4838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986530" y="3025140"/>
            <a:ext cx="2468880" cy="1243330"/>
            <a:chOff x="7268" y="4717"/>
            <a:chExt cx="3888" cy="195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7268" y="4717"/>
                  <a:ext cx="2458" cy="1958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oMath>
                    </m:oMathPara>
                  </a14:m>
                  <a:endParaRPr lang="en-US" altLang="zh-CN" sz="80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8" y="4717"/>
                  <a:ext cx="2458" cy="195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8676" y="5156"/>
                  <a:ext cx="2480" cy="91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𝑢𝑛𝑐𝑡𝑖𝑜𝑛</m:t>
                        </m:r>
                      </m:oMath>
                    </m:oMathPara>
                  </a14:m>
                  <a:endParaRPr lang="zh-CN" altLang="en-US" sz="3200"/>
                </a:p>
              </p:txBody>
            </p:sp>
          </mc:Choice>
          <mc:Fallback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" y="5156"/>
                  <a:ext cx="2480" cy="91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右箭头 12"/>
          <p:cNvSpPr/>
          <p:nvPr/>
        </p:nvSpPr>
        <p:spPr>
          <a:xfrm>
            <a:off x="3734435" y="3494405"/>
            <a:ext cx="360045" cy="1955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6711315" y="3494405"/>
            <a:ext cx="360045" cy="1955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2481516" y="3690239"/>
                <a:ext cx="115824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516" y="3690239"/>
                <a:ext cx="1158240" cy="368300"/>
              </a:xfrm>
              <a:prstGeom prst="rect">
                <a:avLst/>
              </a:prstGeom>
              <a:blipFill rotWithShape="1">
                <a:blip r:embed="rId5"/>
                <a:stretch>
                  <a:fillRect l="-49" t="-69" r="4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7365936" y="3690239"/>
                <a:ext cx="73406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936" y="3690239"/>
                <a:ext cx="734060" cy="368300"/>
              </a:xfrm>
              <a:prstGeom prst="rect">
                <a:avLst/>
              </a:prstGeom>
              <a:blipFill rotWithShape="1">
                <a:blip r:embed="rId6"/>
                <a:stretch>
                  <a:fillRect l="-78" t="-69" r="7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236656" y="4372864"/>
                <a:ext cx="151701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656" y="4372864"/>
                <a:ext cx="1517015" cy="368300"/>
              </a:xfrm>
              <a:prstGeom prst="rect">
                <a:avLst/>
              </a:prstGeom>
              <a:blipFill rotWithShape="1">
                <a:blip r:embed="rId7"/>
                <a:stretch>
                  <a:fillRect l="-38" t="-69" r="3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391721" y="4372864"/>
                <a:ext cx="106362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𝑏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721" y="4372864"/>
                <a:ext cx="1063625" cy="368300"/>
              </a:xfrm>
              <a:prstGeom prst="rect">
                <a:avLst/>
              </a:prstGeom>
              <a:blipFill rotWithShape="1">
                <a:blip r:embed="rId8"/>
                <a:stretch>
                  <a:fillRect l="-54" t="-69" r="-526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bldLvl="0" animBg="1"/>
      <p:bldP spid="13" grpId="0" animBg="1"/>
      <p:bldP spid="14" grpId="0" animBg="1"/>
      <p:bldP spid="15" grpId="0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AlphaZero</a:t>
            </a:r>
            <a:endParaRPr lang="zh-CN" altLang="en-US"/>
          </a:p>
        </p:txBody>
      </p:sp>
      <p:pic>
        <p:nvPicPr>
          <p:cNvPr id="7" name="图片 6" descr="fd3f282e06f32b803705edee12dfc9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430" y="1080135"/>
            <a:ext cx="7015480" cy="53263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>
                <a:sym typeface="+mn-ea"/>
              </a:rPr>
              <a:t>AlphaZero</a:t>
            </a:r>
            <a:endParaRPr lang="zh-CN" altLang="en-US"/>
          </a:p>
        </p:txBody>
      </p:sp>
      <p:pic>
        <p:nvPicPr>
          <p:cNvPr id="7" name="图片 6" descr="fd3f282e06f32b803705edee12dfc9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925" y="1588770"/>
            <a:ext cx="5063490" cy="3845560"/>
          </a:xfrm>
          <a:prstGeom prst="rect">
            <a:avLst/>
          </a:prstGeom>
        </p:spPr>
      </p:pic>
      <p:pic>
        <p:nvPicPr>
          <p:cNvPr id="3" name="图片 2" descr="9efe068409fb8263ac04045f1a1aea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" y="1588770"/>
            <a:ext cx="6559550" cy="3845560"/>
          </a:xfrm>
          <a:prstGeom prst="rect">
            <a:avLst/>
          </a:prstGeom>
        </p:spPr>
      </p:pic>
      <p:pic>
        <p:nvPicPr>
          <p:cNvPr id="4" name="图片 3" descr="c0e43f84ab64175ca5061e8f7a888c4"/>
          <p:cNvPicPr>
            <a:picLocks noChangeAspect="1"/>
          </p:cNvPicPr>
          <p:nvPr/>
        </p:nvPicPr>
        <p:blipFill>
          <a:blip r:embed="rId4"/>
          <a:srcRect t="3856" r="44283" b="80411"/>
          <a:stretch>
            <a:fillRect/>
          </a:stretch>
        </p:blipFill>
        <p:spPr>
          <a:xfrm>
            <a:off x="4309110" y="775335"/>
            <a:ext cx="3573780" cy="520700"/>
          </a:xfrm>
          <a:prstGeom prst="rect">
            <a:avLst/>
          </a:prstGeom>
        </p:spPr>
      </p:pic>
      <p:pic>
        <p:nvPicPr>
          <p:cNvPr id="5" name="图片 4" descr="17e6e67f6ae7d7fbae00df5d817ed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275" y="295275"/>
            <a:ext cx="7458075" cy="6223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代码</a:t>
            </a:r>
            <a:r>
              <a:rPr lang="zh-CN" altLang="en-US">
                <a:sym typeface="+mn-ea"/>
              </a:rPr>
              <a:t>实现</a:t>
            </a:r>
            <a:endParaRPr lang="zh-CN" altLang="en-US">
              <a:sym typeface="+mn-ea"/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code implementation</a:t>
            </a:r>
            <a:endParaRPr lang="en-US" altLang="zh-CN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4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/>
              <a:t>代码实现</a:t>
            </a:r>
            <a:endParaRPr lang="zh-CN" altLang="en-US"/>
          </a:p>
        </p:txBody>
      </p:sp>
      <p:pic>
        <p:nvPicPr>
          <p:cNvPr id="7" name="图片 6" descr="fd3f282e06f32b803705edee12dfc9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430" y="1080135"/>
            <a:ext cx="7015480" cy="53263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/>
              <a:t>代码实现</a:t>
            </a:r>
            <a:endParaRPr lang="zh-CN" altLang="en-US"/>
          </a:p>
        </p:txBody>
      </p:sp>
      <p:pic>
        <p:nvPicPr>
          <p:cNvPr id="3" name="图片 2" descr="b9cd7f5881c92f7bcc7334278fe25b4"/>
          <p:cNvPicPr>
            <a:picLocks noChangeAspect="1"/>
          </p:cNvPicPr>
          <p:nvPr/>
        </p:nvPicPr>
        <p:blipFill>
          <a:blip r:embed="rId1"/>
          <a:srcRect b="127"/>
          <a:stretch>
            <a:fillRect/>
          </a:stretch>
        </p:blipFill>
        <p:spPr>
          <a:xfrm>
            <a:off x="2793365" y="1080135"/>
            <a:ext cx="6377940" cy="54794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/>
              <a:t>代码实现</a:t>
            </a:r>
            <a:endParaRPr lang="zh-CN" altLang="en-US"/>
          </a:p>
        </p:txBody>
      </p:sp>
      <p:pic>
        <p:nvPicPr>
          <p:cNvPr id="3" name="图片 2" descr="b9cd7f5881c92f7bcc7334278fe25b4"/>
          <p:cNvPicPr>
            <a:picLocks noChangeAspect="1"/>
          </p:cNvPicPr>
          <p:nvPr/>
        </p:nvPicPr>
        <p:blipFill>
          <a:blip r:embed="rId1"/>
          <a:srcRect b="127"/>
          <a:stretch>
            <a:fillRect/>
          </a:stretch>
        </p:blipFill>
        <p:spPr>
          <a:xfrm>
            <a:off x="8534400" y="360045"/>
            <a:ext cx="3061335" cy="2630170"/>
          </a:xfrm>
          <a:prstGeom prst="rect">
            <a:avLst/>
          </a:prstGeom>
        </p:spPr>
      </p:pic>
      <p:pic>
        <p:nvPicPr>
          <p:cNvPr id="4" name="图片 3" descr="d2bf278f0576b9352ebb83d2e4727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" y="2163445"/>
            <a:ext cx="7635240" cy="33547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/>
              <a:t>代码实现</a:t>
            </a:r>
            <a:endParaRPr lang="zh-CN" altLang="en-US"/>
          </a:p>
        </p:txBody>
      </p:sp>
      <p:pic>
        <p:nvPicPr>
          <p:cNvPr id="3" name="图片 2" descr="b9cd7f5881c92f7bcc7334278fe25b4"/>
          <p:cNvPicPr>
            <a:picLocks noChangeAspect="1"/>
          </p:cNvPicPr>
          <p:nvPr/>
        </p:nvPicPr>
        <p:blipFill>
          <a:blip r:embed="rId1"/>
          <a:srcRect b="127"/>
          <a:stretch>
            <a:fillRect/>
          </a:stretch>
        </p:blipFill>
        <p:spPr>
          <a:xfrm>
            <a:off x="8534400" y="360045"/>
            <a:ext cx="3061335" cy="2630170"/>
          </a:xfrm>
          <a:prstGeom prst="rect">
            <a:avLst/>
          </a:prstGeom>
        </p:spPr>
      </p:pic>
      <p:pic>
        <p:nvPicPr>
          <p:cNvPr id="4" name="图片 3" descr="d2bf278f0576b9352ebb83d2e4727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190" y="360045"/>
            <a:ext cx="5668010" cy="2490470"/>
          </a:xfrm>
          <a:prstGeom prst="rect">
            <a:avLst/>
          </a:prstGeom>
        </p:spPr>
      </p:pic>
      <p:pic>
        <p:nvPicPr>
          <p:cNvPr id="5" name="图片 4" descr="a476cca70a5022ba29e61a6b195c7e7"/>
          <p:cNvPicPr>
            <a:picLocks noChangeAspect="1"/>
          </p:cNvPicPr>
          <p:nvPr/>
        </p:nvPicPr>
        <p:blipFill>
          <a:blip r:embed="rId3"/>
          <a:srcRect t="22527" b="3591"/>
          <a:stretch>
            <a:fillRect/>
          </a:stretch>
        </p:blipFill>
        <p:spPr>
          <a:xfrm rot="16200000">
            <a:off x="1607185" y="106680"/>
            <a:ext cx="5812790" cy="76358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/>
              <a:t>代码实现</a:t>
            </a:r>
            <a:endParaRPr lang="zh-CN" altLang="en-US"/>
          </a:p>
        </p:txBody>
      </p:sp>
      <p:pic>
        <p:nvPicPr>
          <p:cNvPr id="6" name="图片 5" descr="c2a6e445d46ddd5a4abcf822177ceb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2420" y="177800"/>
            <a:ext cx="5231765" cy="65030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98840" y="393065"/>
            <a:ext cx="315785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</a:t>
            </a:r>
            <a:r>
              <a:rPr lang="zh-CN" altLang="en-US"/>
              <a:t>七星聚会</a:t>
            </a:r>
            <a:r>
              <a:rPr lang="en-US" altLang="zh-CN"/>
              <a:t>”</a:t>
            </a:r>
            <a:r>
              <a:rPr lang="zh-CN" altLang="en-US"/>
              <a:t>为</a:t>
            </a:r>
            <a:r>
              <a:rPr lang="en-US" altLang="zh-CN"/>
              <a:t>“</a:t>
            </a:r>
            <a:r>
              <a:rPr lang="zh-CN" altLang="en-US"/>
              <a:t>棋局之王</a:t>
            </a:r>
            <a:r>
              <a:rPr lang="en-US" altLang="zh-CN"/>
              <a:t>”</a:t>
            </a:r>
            <a:r>
              <a:rPr lang="zh-CN" altLang="en-US"/>
              <a:t>，亦为古棋谱四大名局之首，这局棋的棋图由敌我双方各七子组成，结局时又多以双方合计七子组成，所以又称</a:t>
            </a:r>
            <a:r>
              <a:rPr lang="en-US" altLang="zh-CN"/>
              <a:t>“</a:t>
            </a:r>
            <a:r>
              <a:rPr lang="zh-CN" altLang="en-US"/>
              <a:t>七星棋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江湖七星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七星同庆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七星拱斗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七星曜彩</a:t>
            </a:r>
            <a:r>
              <a:rPr lang="en-US" altLang="zh-CN"/>
              <a:t>”</a:t>
            </a:r>
            <a:r>
              <a:rPr lang="zh-CN" altLang="en-US"/>
              <a:t>等。此局图势美观严谨，着法深奥精妙，变化繁复多端，引人入胜，是一则车卒大斗车兵的高深排局。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THANK YOU</a:t>
            </a:r>
            <a:endParaRPr lang="en-US" altLang="zh-CN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The end</a:t>
            </a:r>
            <a:endParaRPr lang="en-US" altLang="zh-CN"/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金山办公软件有限公司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zh-CN" altLang="en-US"/>
              <a:t>赵少彬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ags/tag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1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8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0"/>
</p:tagLst>
</file>

<file path=ppt/tags/tag1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3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3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8"/>
</p:tagLst>
</file>

<file path=ppt/tags/tag5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8"/>
</p:tagLst>
</file>

<file path=ppt/tags/tag5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7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8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8"/>
</p:tagLst>
</file>

<file path=ppt/tags/tag9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8"/>
</p:tagLst>
</file>

<file path=ppt/tags/tag9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0"/>
</p:tagLst>
</file>

<file path=ppt/tags/tag10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10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628"/>
</p:tagLst>
</file>

<file path=ppt/tags/tag1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20238628"/>
</p:tagLst>
</file>

<file path=ppt/tags/tag11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28"/>
  <p:tag name="KSO_WM_TEMPLATE_CATEGORY" val="custom"/>
  <p:tag name="KSO_WM_TEMPLATE_MASTER_TYPE" val="0"/>
</p:tagLst>
</file>

<file path=ppt/tags/tag1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18"/>
  <p:tag name="KSO_WM_UNIT_PRESET_TEXT" val="单击此处添加文档的标题内容"/>
  <p:tag name="KSO_WM_UNIT_TEXT_TYPE" val="1"/>
</p:tagLst>
</file>

<file path=ppt/tags/tag11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28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58"/>
  <p:tag name="KSO_WM_UNIT_PRESET_TEXT" val="WPS,a click to unlimited possibilities"/>
  <p:tag name="KSO_WM_UNIT_TEXT_TYPE" val="1"/>
</p:tagLst>
</file>

<file path=ppt/tags/tag11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28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TEXT_LAYER_COUNT" val="1"/>
  <p:tag name="KSO_WM_UNIT_VALUE" val="9"/>
</p:tagLst>
</file>

<file path=ppt/tags/tag118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28"/>
  <p:tag name="KSO_WM_TEMPLATE_CATEGORY" val="custom"/>
  <p:tag name="KSO_WM_SLIDE_INDEX" val="1"/>
  <p:tag name="KSO_WM_SLIDE_ID" val="custom20238628_1"/>
  <p:tag name="KSO_WM_TEMPLATE_MASTER_TYPE" val="0"/>
  <p:tag name="KSO_WM_SLIDE_LAYOUT" val="a_b_f"/>
  <p:tag name="KSO_WM_SLIDE_LAYOUT_CNT" val="1_1_2"/>
</p:tagLst>
</file>

<file path=ppt/tags/tag1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8628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</p:tagLst>
</file>

<file path=ppt/tags/tag120.xml><?xml version="1.0" encoding="utf-8"?>
<p:tagLst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9399999976158142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1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2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UNIT_SUBTYPE" val="a"/>
  <p:tag name="KSO_WM_UNIT_TEXT_LAYER_COUNT" val="1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3.xml><?xml version="1.0" encoding="utf-8"?>
<p:tagLst xmlns:p="http://schemas.openxmlformats.org/presentationml/2006/main">
  <p:tag name="KSO_WM_UNIT_TYPE" val="l_h_i"/>
  <p:tag name="KSO_WM_UNIT_INDEX" val="1_2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9399999976158142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4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5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UNIT_SUBTYPE" val="a"/>
  <p:tag name="KSO_WM_UNIT_TEXT_LAYER_COUNT" val="1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6.xml><?xml version="1.0" encoding="utf-8"?>
<p:tagLst xmlns:p="http://schemas.openxmlformats.org/presentationml/2006/main">
  <p:tag name="KSO_WM_UNIT_TYPE" val="l_h_i"/>
  <p:tag name="KSO_WM_UNIT_INDEX" val="1_3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9399999976158142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7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8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UNIT_SUBTYPE" val="a"/>
  <p:tag name="KSO_WM_UNIT_TEXT_LAYER_COUNT" val="1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9.xml><?xml version="1.0" encoding="utf-8"?>
<p:tagLst xmlns:p="http://schemas.openxmlformats.org/presentationml/2006/main">
  <p:tag name="KSO_WM_UNIT_TYPE" val="l_h_i"/>
  <p:tag name="KSO_WM_UNIT_INDEX" val="1_4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9399999976158142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0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i*1_4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1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8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8"/>
  <p:tag name="KSO_WM_TEMPLATE_CATEGORY" val="custom"/>
  <p:tag name="KSO_WM_UNIT_SUBTYPE" val="a"/>
  <p:tag name="KSO_WM_UNIT_TEXT_LAYER_COUNT" val="1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286.76495361328125,&quot;left&quot;:128.51904114250118,&quot;top&quot;:184.61752319335938,&quot;width&quot;:740.75207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8628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</p:tagLst>
</file>

<file path=ppt/tags/tag133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8628"/>
  <p:tag name="KSO_WM_TEMPLATE_CATEGORY" val="custom"/>
  <p:tag name="KSO_WM_SLIDE_INDEX" val="4"/>
  <p:tag name="KSO_WM_SLIDE_ID" val="custom20238628_4"/>
  <p:tag name="KSO_WM_TEMPLATE_MASTER_TYPE" val="0"/>
  <p:tag name="KSO_WM_SLIDE_LAYOUT" val="a_l"/>
  <p:tag name="KSO_WM_SLIDE_LAYOUT_CNT" val="1_1"/>
  <p:tag name="KSO_WM_SLIDE_DIAGTYPE" val="l"/>
</p:tagLst>
</file>

<file path=ppt/tags/tag1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10"/>
  <p:tag name="KSO_WM_UNIT_PRESET_TEXT" val="添加章节标题"/>
  <p:tag name="KSO_WM_UNIT_TEXT_TYPE" val="1"/>
</p:tagLst>
</file>

<file path=ppt/tags/tag1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28_7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8"/>
  <p:tag name="KSO_WM_UNIT_PRESET_TEXT" val="WPS,a click to unlimited possibilities"/>
  <p:tag name="KSO_WM_UNIT_TEXT_TYPE" val="1"/>
</p:tagLst>
</file>

<file path=ppt/tags/tag13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28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VALUE" val="8"/>
</p:tagLst>
</file>

<file path=ppt/tags/tag13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7"/>
  <p:tag name="KSO_WM_SLIDE_ID" val="custom20238628_7"/>
  <p:tag name="KSO_WM_TEMPLATE_MASTER_TYPE" val="0"/>
  <p:tag name="KSO_WM_SLIDE_LAYOUT" val="a_b_e"/>
  <p:tag name="KSO_WM_SLIDE_LAYOUT_CNT" val="1_1_1"/>
</p:tagLst>
</file>

<file path=ppt/tags/tag1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9"/>
  <p:tag name="KSO_WM_UNIT_PRESET_TEXT" val="单击此处添加标题"/>
  <p:tag name="KSO_WM_UNIT_TEXT_TYPE" val="1"/>
</p:tagLst>
</file>

<file path=ppt/tags/tag139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8"/>
  <p:tag name="KSO_WM_SLIDE_ID" val="custom20238628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9"/>
  <p:tag name="KSO_WM_UNIT_PRESET_TEXT" val="单击此处添加标题"/>
  <p:tag name="KSO_WM_UNIT_TEXT_TYPE" val="1"/>
</p:tagLst>
</file>

<file path=ppt/tags/tag141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8"/>
  <p:tag name="KSO_WM_SLIDE_ID" val="custom20238628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10"/>
  <p:tag name="KSO_WM_UNIT_PRESET_TEXT" val="添加章节标题"/>
  <p:tag name="KSO_WM_UNIT_TEXT_TYPE" val="1"/>
</p:tagLst>
</file>

<file path=ppt/tags/tag14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28_7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8"/>
  <p:tag name="KSO_WM_UNIT_PRESET_TEXT" val="WPS,a click to unlimited possibilities"/>
  <p:tag name="KSO_WM_UNIT_TEXT_TYPE" val="1"/>
</p:tagLst>
</file>

<file path=ppt/tags/tag14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28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VALUE" val="8"/>
</p:tagLst>
</file>

<file path=ppt/tags/tag145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7"/>
  <p:tag name="KSO_WM_SLIDE_ID" val="custom20238628_7"/>
  <p:tag name="KSO_WM_TEMPLATE_MASTER_TYPE" val="0"/>
  <p:tag name="KSO_WM_SLIDE_LAYOUT" val="a_b_e"/>
  <p:tag name="KSO_WM_SLIDE_LAYOUT_CNT" val="1_1_1"/>
</p:tagLst>
</file>

<file path=ppt/tags/tag1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9"/>
  <p:tag name="KSO_WM_UNIT_PRESET_TEXT" val="单击此处添加标题"/>
  <p:tag name="KSO_WM_UNIT_TEXT_TYPE" val="1"/>
</p:tagLst>
</file>

<file path=ppt/tags/tag147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8"/>
  <p:tag name="KSO_WM_SLIDE_ID" val="custom20238628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9"/>
  <p:tag name="KSO_WM_UNIT_PRESET_TEXT" val="单击此处添加标题"/>
  <p:tag name="KSO_WM_UNIT_TEXT_TYPE" val="1"/>
</p:tagLst>
</file>

<file path=ppt/tags/tag149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8"/>
  <p:tag name="KSO_WM_SLIDE_ID" val="custom20238628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9"/>
  <p:tag name="KSO_WM_UNIT_PRESET_TEXT" val="单击此处添加标题"/>
  <p:tag name="KSO_WM_UNIT_TEXT_TYPE" val="1"/>
</p:tagLst>
</file>

<file path=ppt/tags/tag151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8"/>
  <p:tag name="KSO_WM_SLIDE_ID" val="custom20238628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9"/>
  <p:tag name="KSO_WM_UNIT_PRESET_TEXT" val="单击此处添加标题"/>
  <p:tag name="KSO_WM_UNIT_TEXT_TYPE" val="1"/>
</p:tagLst>
</file>

<file path=ppt/tags/tag153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8"/>
  <p:tag name="KSO_WM_SLIDE_ID" val="custom20238628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5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10"/>
  <p:tag name="KSO_WM_UNIT_PRESET_TEXT" val="添加章节标题"/>
  <p:tag name="KSO_WM_UNIT_TEXT_TYPE" val="1"/>
</p:tagLst>
</file>

<file path=ppt/tags/tag15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28_7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8"/>
  <p:tag name="KSO_WM_UNIT_PRESET_TEXT" val="WPS,a click to unlimited possibilities"/>
  <p:tag name="KSO_WM_UNIT_TEXT_TYPE" val="1"/>
</p:tagLst>
</file>

<file path=ppt/tags/tag15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28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VALUE" val="8"/>
</p:tagLst>
</file>

<file path=ppt/tags/tag15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7"/>
  <p:tag name="KSO_WM_SLIDE_ID" val="custom20238628_7"/>
  <p:tag name="KSO_WM_TEMPLATE_MASTER_TYPE" val="0"/>
  <p:tag name="KSO_WM_SLIDE_LAYOUT" val="a_b_e"/>
  <p:tag name="KSO_WM_SLIDE_LAYOUT_CNT" val="1_1_1"/>
</p:tagLst>
</file>

<file path=ppt/tags/tag1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9"/>
  <p:tag name="KSO_WM_UNIT_PRESET_TEXT" val="单击此处添加标题"/>
  <p:tag name="KSO_WM_UNIT_TEXT_TYPE" val="1"/>
</p:tagLst>
</file>

<file path=ppt/tags/tag159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8"/>
  <p:tag name="KSO_WM_SLIDE_ID" val="custom20238628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9"/>
  <p:tag name="KSO_WM_UNIT_PRESET_TEXT" val="单击此处添加标题"/>
  <p:tag name="KSO_WM_UNIT_TEXT_TYPE" val="1"/>
</p:tagLst>
</file>

<file path=ppt/tags/tag161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8"/>
  <p:tag name="KSO_WM_SLIDE_ID" val="custom20238628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6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9"/>
  <p:tag name="KSO_WM_UNIT_PRESET_TEXT" val="单击此处添加标题"/>
  <p:tag name="KSO_WM_UNIT_TEXT_TYPE" val="1"/>
</p:tagLst>
</file>

<file path=ppt/tags/tag163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8"/>
  <p:tag name="KSO_WM_SLIDE_ID" val="custom20238628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10"/>
  <p:tag name="KSO_WM_UNIT_PRESET_TEXT" val="添加章节标题"/>
  <p:tag name="KSO_WM_UNIT_TEXT_TYPE" val="1"/>
</p:tagLst>
</file>

<file path=ppt/tags/tag16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28_7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28"/>
  <p:tag name="KSO_WM_UNIT_PRESET_TEXT" val="WPS,a click to unlimited possibilities"/>
  <p:tag name="KSO_WM_UNIT_TEXT_TYPE" val="1"/>
</p:tagLst>
</file>

<file path=ppt/tags/tag16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28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VALUE" val="8"/>
</p:tagLst>
</file>

<file path=ppt/tags/tag16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7"/>
  <p:tag name="KSO_WM_SLIDE_ID" val="custom20238628_7"/>
  <p:tag name="KSO_WM_TEMPLATE_MASTER_TYPE" val="0"/>
  <p:tag name="KSO_WM_SLIDE_LAYOUT" val="a_b_e"/>
  <p:tag name="KSO_WM_SLIDE_LAYOUT_CNT" val="1_1_1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38628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38628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38628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38628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38628"/>
</p:tagLst>
</file>

<file path=ppt/tags/tag1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8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</p:tagLst>
</file>

<file path=ppt/tags/tag17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28_9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ISCONTENTSTITLE" val="0"/>
  <p:tag name="KSO_WM_UNIT_VALUE" val="58"/>
</p:tagLst>
</file>

<file path=ppt/tags/tag175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ID" val="custom20238628_9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TEXT_LAYER_COUNT" val="1"/>
  <p:tag name="KSO_WM_UNIT_VALUE" val="20"/>
</p:tagLst>
</file>

<file path=ppt/tags/tag17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28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8"/>
  <p:tag name="KSO_WM_TEMPLATE_CATEGORY" val="custom"/>
  <p:tag name="KSO_WM_UNIT_TEXT_LAYER_COUNT" val="1"/>
  <p:tag name="KSO_WM_UNIT_VALUE" val="9"/>
</p:tagLst>
</file>

<file path=ppt/tags/tag177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8"/>
  <p:tag name="KSO_WM_TEMPLATE_CATEGORY" val="custom"/>
  <p:tag name="KSO_WM_SLIDE_INDEX" val="9"/>
  <p:tag name="KSO_WM_SLIDE_ID" val="custom20238628_9"/>
  <p:tag name="KSO_WM_TEMPLATE_MASTER_TYPE" val="0"/>
  <p:tag name="KSO_WM_SLIDE_LAYOUT" val="a_b_f"/>
  <p:tag name="KSO_WM_SLIDE_LAYOUT_CNT" val="1_1_2"/>
</p:tagLst>
</file>

<file path=ppt/theme/theme1.xml><?xml version="1.0" encoding="utf-8"?>
<a:theme xmlns:a="http://schemas.openxmlformats.org/drawingml/2006/main" name="简约风蓝色通用职场办公">
  <a:themeElements>
    <a:clrScheme name="蓝色答辩">
      <a:dk1>
        <a:srgbClr val="000000"/>
      </a:dk1>
      <a:lt1>
        <a:srgbClr val="FFFFFF"/>
      </a:lt1>
      <a:dk2>
        <a:srgbClr val="001548"/>
      </a:dk2>
      <a:lt2>
        <a:srgbClr val="F5F9FF"/>
      </a:lt2>
      <a:accent1>
        <a:srgbClr val="2875FF"/>
      </a:accent1>
      <a:accent2>
        <a:srgbClr val="10A5E4"/>
      </a:accent2>
      <a:accent3>
        <a:srgbClr val="1BE7EF"/>
      </a:accent3>
      <a:accent4>
        <a:srgbClr val="F4B800"/>
      </a:accent4>
      <a:accent5>
        <a:srgbClr val="FF7429"/>
      </a:accent5>
      <a:accent6>
        <a:srgbClr val="F84949"/>
      </a:accent6>
      <a:hlink>
        <a:srgbClr val="304FFE"/>
      </a:hlink>
      <a:folHlink>
        <a:srgbClr val="492067"/>
      </a:folHlink>
    </a:clrScheme>
    <a:fontScheme name="自定义 3">
      <a:majorFont>
        <a:latin typeface="MiSans Bold"/>
        <a:ea typeface="汉仪中宋简"/>
        <a:cs typeface=""/>
      </a:majorFont>
      <a:minorFont>
        <a:latin typeface="MiSans Bold"/>
        <a:ea typeface="汉仪中宋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WPS 演示</Application>
  <PresentationFormat>宽屏</PresentationFormat>
  <Paragraphs>120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 Bold</vt:lpstr>
      <vt:lpstr>Segoe Print</vt:lpstr>
      <vt:lpstr>汉仪中宋简</vt:lpstr>
      <vt:lpstr>Cambria Math</vt:lpstr>
      <vt:lpstr>简约风蓝色通用职场办公</vt:lpstr>
      <vt:lpstr>约风毕业答辩模板</vt:lpstr>
      <vt:lpstr>目录</vt:lpstr>
      <vt:lpstr>添加章节标题</vt:lpstr>
      <vt:lpstr>单击此处添加标题</vt:lpstr>
      <vt:lpstr>强化学习</vt:lpstr>
      <vt:lpstr>强化学习</vt:lpstr>
      <vt:lpstr>强化学习</vt:lpstr>
      <vt:lpstr>蒙特卡洛树</vt:lpstr>
      <vt:lpstr>蒙特卡洛树</vt:lpstr>
      <vt:lpstr>蒙特卡洛树</vt:lpstr>
      <vt:lpstr>蒙特卡洛树</vt:lpstr>
      <vt:lpstr>蒙特卡洛树</vt:lpstr>
      <vt:lpstr>AlphaZero</vt:lpstr>
      <vt:lpstr>AlphaZero</vt:lpstr>
      <vt:lpstr>AlphaZero</vt:lpstr>
      <vt:lpstr>PowerPoint 演示文稿</vt:lpstr>
      <vt:lpstr>代码实现</vt:lpstr>
      <vt:lpstr>代码实现</vt:lpstr>
      <vt:lpstr>代码实现</vt:lpstr>
      <vt:lpstr>代码实现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WPS_1692589918</cp:lastModifiedBy>
  <cp:revision>155</cp:revision>
  <dcterms:created xsi:type="dcterms:W3CDTF">2019-06-19T02:08:00Z</dcterms:created>
  <dcterms:modified xsi:type="dcterms:W3CDTF">2025-06-02T15:46:26Z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B6FD5D7A24B6477EA9647DC6D246F45B_11</vt:lpwstr>
  </property>
</Properties>
</file>